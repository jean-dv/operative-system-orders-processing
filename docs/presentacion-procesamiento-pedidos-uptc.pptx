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71" r:id="rId24"/>
    <p:sldId id="259" r:id="rId9"/>
    <p:sldId id="260" r:id="rId10"/>
    <p:sldId id="261" r:id="rId11"/>
    <p:sldId id="272" r:id="rId25"/>
    <p:sldId id="262" r:id="rId12"/>
    <p:sldId id="263" r:id="rId13"/>
    <p:sldId id="273" r:id="rId26"/>
    <p:sldId id="264" r:id="rId14"/>
    <p:sldId id="265" r:id="rId15"/>
    <p:sldId id="274" r:id="rId27"/>
    <p:sldId id="266" r:id="rId16"/>
    <p:sldId id="267" r:id="rId17"/>
    <p:sldId id="275" r:id="rId28"/>
    <p:sldId id="268" r:id="rId18"/>
    <p:sldId id="276" r:id="rId29"/>
    <p:sldId id="269" r:id="rId19"/>
    <p:sldId id="270" r:id="rId20"/>
  </p:sldIdLst>
  <p:sldSz cy="7772400" cx="12801600"/>
  <p:notesSz cx="6858000" cy="9144000"/>
  <p:embeddedFontLst>
    <p:embeddedFont>
      <p:font typeface="Palanquin Dark SemiBo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gNRGdJ78qOnZIfQcmxLZhjB+D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A48832-FECA-4B3A-B1ED-FC3FDEAFE90E}">
  <a:tblStyle styleId="{DCA48832-FECA-4B3A-B1ED-FC3FDEAFE90E}"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font" Target="fonts/PalanquinDarkSemiBold-regular.fntdata"/><Relationship Id="rId22" Type="http://schemas.openxmlformats.org/officeDocument/2006/relationships/font" Target="fonts/PalanquinDarkSemiBold-bold.fntdata"/><Relationship Id="rId23" Type="http://customschemas.google.com/relationships/presentationmetadata" Target="metadata"/><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d17b9694e4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Buenos días. Somos Daniel Espinosa, Jean Carlos Valencia y Maria Camila Figueredo. Vamos a mostrar cómo construimos un centro de procesamiento de pedidos para observar, provocar y corregir los problemas típicos de la concurrencia en Linux: condiciones de carrera e interbloqueos.</a:t>
            </a:r>
          </a:p>
        </p:txBody>
      </p:sp>
      <p:sp>
        <p:nvSpPr>
          <p:cNvPr id="123" name="Google Shape;123;g1d17b9694e4_1_5:notes"/>
          <p:cNvSpPr/>
          <p:nvPr>
            <p:ph idx="2" type="sldImg"/>
          </p:nvPr>
        </p:nvSpPr>
        <p:spPr>
          <a:xfrm>
            <a:off x="606425" y="685800"/>
            <a:ext cx="5645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e000c1fb16_3_9:notes"/>
          <p:cNvSpPr/>
          <p:nvPr>
            <p:ph idx="2" type="sldImg"/>
          </p:nvPr>
        </p:nvSpPr>
        <p:spPr>
          <a:xfrm>
            <a:off x="606425" y="685800"/>
            <a:ext cx="5645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1e000c1fb16_3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El punto de partida es una tienda que recibe muchos pedidos al mismo tiempo y presenta tres síntomas: pedidos procesados dos veces, inventarios inconsistentes y tareas que se quedan esperando. La meta no era solo que funcionara, sino poder explicar cada fallo con herramientas del sistema operativo.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e000c1fb1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Esta es la arquitectura. Los clientes envían pedidos por TCP al proceso principal, que los valida y los mete en una cola. Los procesos trabajadores sacan pedidos de esa cola y los reparten entre sus hilos. El inventario está en memoria compartida y lo protege un único lock.</a:t>
            </a:r>
          </a:p>
        </p:txBody>
      </p:sp>
      <p:sp>
        <p:nvSpPr>
          <p:cNvPr id="139" name="Google Shape;139;g1e000c1fb16_2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e000c1fb16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Cada pedido pasa por cuatro etapas: validación, inventario, factura y despacho. La única etapa que toca un recurso compartido es la de inventario, y ahí es donde aparece la condición de carrera si no hay exclusión mutua.</a:t>
            </a:r>
          </a:p>
        </p:txBody>
      </p:sp>
      <p:sp>
        <p:nvSpPr>
          <p:cNvPr id="157" name="Google Shape;157;g1e000c1fb16_2_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e000c1fb16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Para las pruebas comparamos cuatro escenarios con 100, 500 y 1.000 pedidos y hasta 100 clientes simultáneos: secuencial, concurrente, con el error de carrera y con el mutex. El interbloqueo se prueba aparte con dos pedidos, que es lo mínimo para cerrar el ciclo.</a:t>
            </a:r>
          </a:p>
        </p:txBody>
      </p:sp>
      <p:sp>
        <p:nvSpPr>
          <p:cNvPr id="177" name="Google Shape;177;g1e000c1fb16_2_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e000c1fb16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Estos son los identificadores que registramos. El PPID de cada trabajador apunta al servidor, lo que confirma la jerarquía, y los hilos se ven en /proc/&lt;pid&gt;/task. Los números cambian en cada ejecución.</a:t>
            </a:r>
          </a:p>
        </p:txBody>
      </p:sp>
      <p:sp>
        <p:nvSpPr>
          <p:cNvPr id="186" name="Google Shape;186;g1e000c1fb16_2_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e000c1fb16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Con 1.000 pedidos, la versión concurrente completa unos 1.471 pedidos por segundo frente a 207 de la secuencial: 7,1 veces más. El tiempo total baja de 4,8 a 0,68 segundos.</a:t>
            </a:r>
          </a:p>
        </p:txBody>
      </p:sp>
      <p:sp>
        <p:nvSpPr>
          <p:cNvPr id="201" name="Google Shape;201;g1e000c1fb16_2_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e000c1fb16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 cola es el corazón del sistema. El servidor produce con put(), que se bloquea si la cola está llena, y los trabajadores consumen con get(), que entrega cada pedido a un solo consumidor. task_done, join y los centinelas permiten un cierre ordenado sin perder pedidos.</a:t>
            </a:r>
          </a:p>
        </p:txBody>
      </p:sp>
      <p:sp>
        <p:nvSpPr>
          <p:cNvPr id="232" name="Google Shape;232;g1e000c1fb16_2_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e000c1fb16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Ahora provocamos el error. Dos hilos leen el stock en 100 casi al mismo tiempo, ambos calculan 99 y ambos escriben 99: una venta se pierde. Con 1.000 pedidos se perdieron 827 actualizaciones.</a:t>
            </a:r>
          </a:p>
        </p:txBody>
      </p:sp>
      <p:sp>
        <p:nvSpPr>
          <p:cNvPr id="247" name="Google Shape;247;g1e000c1fb16_2_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 corrección es la exclusión mutua: inventory_lock convierte leer, validar y escribir en una sección crítica. Se pierde algo de velocidad, de 1.066 a 458 pedidos por segundo, pero el resultado pasa a ser correcto: cero pérdidas.</a:t>
            </a:r>
          </a:p>
        </p:txBody>
      </p:sp>
      <p:sp>
        <p:nvSpPr>
          <p:cNvPr id="263" name="Google Shape;26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El interbloqueo aparece cuando dos pedidos piden los mismos dos recursos en orden opuesto: A retiene el inventario y espera la factura, B retiene la factura y espera el inventario. Se cumplen las cuatro condiciones de Coffman. Aclaramos que es una demostración aislada: el sistema real solo usa un lock y no puede formar este ciclo.</a:t>
            </a:r>
          </a:p>
        </p:txBody>
      </p:sp>
      <p:sp>
        <p:nvSpPr>
          <p:cNvPr id="277" name="Google Shape;27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 prevención consiste en un orden global: todos piden primero inventory_lock y después invoice_lock. Así nadie retiene la factura mientras espera el inventario y la espera circular desaparece, sin depender de timeouts.</a:t>
            </a:r>
          </a:p>
        </p:txBody>
      </p:sp>
      <p:sp>
        <p:nvSpPr>
          <p:cNvPr id="295" name="Google Shape;2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Con 1.000 pedidos, la CPU supera el 100 % porque es la suma de varios procesos en distintos núcleos. La memoria residente ronda los 72 MB en total y se observan 12 hilos en el pico.</a:t>
            </a:r>
          </a:p>
        </p:txBody>
      </p:sp>
      <p:sp>
        <p:nvSpPr>
          <p:cNvPr id="309" name="Google Shape;3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Todo es reproducible con dos comandos: la matriz de experimentos y las pruebas automatizadas. Las capturas y su explicación están en evidence/README.md.</a:t>
            </a:r>
          </a:p>
        </p:txBody>
      </p:sp>
      <p:sp>
        <p:nvSpPr>
          <p:cNvPr id="319" name="Google Shape;31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Para cerrar: la concurrencia multiplicó el rendimiento por 7,1, pero solo fue confiable cuando sincronizamos el acceso al inventario y ordenamos los locks. Muchas gracias; quedamos atentos a sus preguntas.</a:t>
            </a:r>
          </a:p>
        </p:txBody>
      </p:sp>
      <p:sp>
        <p:nvSpPr>
          <p:cNvPr id="332" name="Google Shape;3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¿Por qué procesos y además hilos? En Python, los hilos de un mismo proceso no ejecutan código al mismo tiempo por el GIL, así que el paralelismo real lo dan los procesos. Los hilos sirven para atender varios pedidos mientras otros esperan. La cola evita duplicados y el lock protege solo lo indispensable.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Aquí está la evidencia tomada en nuestra máquina virtual Debian. A la izquierda, pstree muestra al servidor como padre de los dos trabajadores y del resource_tracker, un auxiliar de multiprocessing que no procesa pedidos. A la derecha, htop muestra al servidor y a los trabajadores consumiendo CPU a la vez en tres núcleos.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vivo se ve claro: con dos trabajadores, los seis pedidos entran al mismo segundo y se consumen de a dos cada cinco segundos. Con uno solo, van de uno en uno. Ningún pedido aparece consumido dos veces.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Estas son las capturas reales. A la izquierda, sin lock, los dos hilos leen 100 y el sistema detecta la carrera. A la derecha, con lock, el segundo hilo lee 99 y escribe 98, y el sistema confirma la exclusión mutua.</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se ve el interbloqueo desde el kernel: los dos hilos duermen en futex_wait_queue con cero por ciento de CPU. El programa no falla, simplemente se congela. El diagnóstico confirma las cuatro condiciones de Coffman.</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resumen: cada síntoma del enunciado se reprodujo, se relacionó con un concepto del sistema operativo, se evidenció con una captura real y se corrigió.</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1" name="Shape 11"/>
        <p:cNvGrpSpPr/>
        <p:nvPr/>
      </p:nvGrpSpPr>
      <p:grpSpPr>
        <a:xfrm>
          <a:off x="0" y="0"/>
          <a:ext cx="0" cy="0"/>
          <a:chOff x="0" y="0"/>
          <a:chExt cx="0" cy="0"/>
        </a:xfrm>
      </p:grpSpPr>
      <p:sp>
        <p:nvSpPr>
          <p:cNvPr id="12" name="Google Shape;12;g1de21d876e4_3_6"/>
          <p:cNvSpPr txBox="1"/>
          <p:nvPr>
            <p:ph type="ctrTitle"/>
          </p:nvPr>
        </p:nvSpPr>
        <p:spPr>
          <a:xfrm>
            <a:off x="1600200" y="1272011"/>
            <a:ext cx="9601200" cy="27060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300"/>
              <a:buFont typeface="Calibri"/>
              <a:buNone/>
              <a:defRPr sz="6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g1de21d876e4_3_6"/>
          <p:cNvSpPr txBox="1"/>
          <p:nvPr>
            <p:ph idx="1" type="subTitle"/>
          </p:nvPr>
        </p:nvSpPr>
        <p:spPr>
          <a:xfrm>
            <a:off x="1600200" y="4082310"/>
            <a:ext cx="9601200" cy="18765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50"/>
              </a:spcBef>
              <a:spcAft>
                <a:spcPts val="0"/>
              </a:spcAft>
              <a:buClr>
                <a:schemeClr val="dk1"/>
              </a:buClr>
              <a:buSzPts val="2520"/>
              <a:buNone/>
              <a:defRPr sz="2520"/>
            </a:lvl1pPr>
            <a:lvl2pPr lvl="1" algn="ctr">
              <a:lnSpc>
                <a:spcPct val="90000"/>
              </a:lnSpc>
              <a:spcBef>
                <a:spcPts val="525"/>
              </a:spcBef>
              <a:spcAft>
                <a:spcPts val="0"/>
              </a:spcAft>
              <a:buClr>
                <a:schemeClr val="dk1"/>
              </a:buClr>
              <a:buSzPts val="2100"/>
              <a:buNone/>
              <a:defRPr sz="2100"/>
            </a:lvl2pPr>
            <a:lvl3pPr lvl="2" algn="ctr">
              <a:lnSpc>
                <a:spcPct val="90000"/>
              </a:lnSpc>
              <a:spcBef>
                <a:spcPts val="525"/>
              </a:spcBef>
              <a:spcAft>
                <a:spcPts val="0"/>
              </a:spcAft>
              <a:buClr>
                <a:schemeClr val="dk1"/>
              </a:buClr>
              <a:buSzPts val="1890"/>
              <a:buNone/>
              <a:defRPr sz="1890"/>
            </a:lvl3pPr>
            <a:lvl4pPr lvl="3" algn="ctr">
              <a:lnSpc>
                <a:spcPct val="90000"/>
              </a:lnSpc>
              <a:spcBef>
                <a:spcPts val="525"/>
              </a:spcBef>
              <a:spcAft>
                <a:spcPts val="0"/>
              </a:spcAft>
              <a:buClr>
                <a:schemeClr val="dk1"/>
              </a:buClr>
              <a:buSzPts val="1680"/>
              <a:buNone/>
              <a:defRPr sz="1679"/>
            </a:lvl4pPr>
            <a:lvl5pPr lvl="4" algn="ctr">
              <a:lnSpc>
                <a:spcPct val="90000"/>
              </a:lnSpc>
              <a:spcBef>
                <a:spcPts val="525"/>
              </a:spcBef>
              <a:spcAft>
                <a:spcPts val="0"/>
              </a:spcAft>
              <a:buClr>
                <a:schemeClr val="dk1"/>
              </a:buClr>
              <a:buSzPts val="1680"/>
              <a:buNone/>
              <a:defRPr sz="1679"/>
            </a:lvl5pPr>
            <a:lvl6pPr lvl="5" algn="ctr">
              <a:lnSpc>
                <a:spcPct val="90000"/>
              </a:lnSpc>
              <a:spcBef>
                <a:spcPts val="525"/>
              </a:spcBef>
              <a:spcAft>
                <a:spcPts val="0"/>
              </a:spcAft>
              <a:buClr>
                <a:schemeClr val="dk1"/>
              </a:buClr>
              <a:buSzPts val="1680"/>
              <a:buNone/>
              <a:defRPr sz="1679"/>
            </a:lvl6pPr>
            <a:lvl7pPr lvl="6" algn="ctr">
              <a:lnSpc>
                <a:spcPct val="90000"/>
              </a:lnSpc>
              <a:spcBef>
                <a:spcPts val="525"/>
              </a:spcBef>
              <a:spcAft>
                <a:spcPts val="0"/>
              </a:spcAft>
              <a:buClr>
                <a:schemeClr val="dk1"/>
              </a:buClr>
              <a:buSzPts val="1680"/>
              <a:buNone/>
              <a:defRPr sz="1679"/>
            </a:lvl7pPr>
            <a:lvl8pPr lvl="7" algn="ctr">
              <a:lnSpc>
                <a:spcPct val="90000"/>
              </a:lnSpc>
              <a:spcBef>
                <a:spcPts val="525"/>
              </a:spcBef>
              <a:spcAft>
                <a:spcPts val="0"/>
              </a:spcAft>
              <a:buClr>
                <a:schemeClr val="dk1"/>
              </a:buClr>
              <a:buSzPts val="1680"/>
              <a:buNone/>
              <a:defRPr sz="1679"/>
            </a:lvl8pPr>
            <a:lvl9pPr lvl="8" algn="ctr">
              <a:lnSpc>
                <a:spcPct val="90000"/>
              </a:lnSpc>
              <a:spcBef>
                <a:spcPts val="525"/>
              </a:spcBef>
              <a:spcAft>
                <a:spcPts val="0"/>
              </a:spcAft>
              <a:buClr>
                <a:schemeClr val="dk1"/>
              </a:buClr>
              <a:buSzPts val="1680"/>
              <a:buNone/>
              <a:defRPr sz="1679"/>
            </a:lvl9pPr>
          </a:lstStyle>
          <a:p/>
        </p:txBody>
      </p:sp>
      <p:sp>
        <p:nvSpPr>
          <p:cNvPr id="14" name="Google Shape;14;g1de21d876e4_3_6"/>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g1de21d876e4_3_6"/>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g1de21d876e4_3_6"/>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17" name="Shape 17"/>
        <p:cNvGrpSpPr/>
        <p:nvPr/>
      </p:nvGrpSpPr>
      <p:grpSpPr>
        <a:xfrm>
          <a:off x="0" y="0"/>
          <a:ext cx="0" cy="0"/>
          <a:chOff x="0" y="0"/>
          <a:chExt cx="0" cy="0"/>
        </a:xfrm>
      </p:grpSpPr>
      <p:sp>
        <p:nvSpPr>
          <p:cNvPr id="18" name="Google Shape;18;g1de21d876e4_3_49"/>
          <p:cNvSpPr txBox="1"/>
          <p:nvPr>
            <p:ph type="title"/>
          </p:nvPr>
        </p:nvSpPr>
        <p:spPr>
          <a:xfrm>
            <a:off x="881778" y="518160"/>
            <a:ext cx="4128900" cy="1813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360"/>
              <a:buFont typeface="Calibri"/>
              <a:buNone/>
              <a:defRPr sz="335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g1de21d876e4_3_49"/>
          <p:cNvSpPr txBox="1"/>
          <p:nvPr>
            <p:ph idx="1" type="body"/>
          </p:nvPr>
        </p:nvSpPr>
        <p:spPr>
          <a:xfrm>
            <a:off x="5442347" y="1119082"/>
            <a:ext cx="6480900" cy="5523300"/>
          </a:xfrm>
          <a:prstGeom prst="rect">
            <a:avLst/>
          </a:prstGeom>
          <a:noFill/>
          <a:ln>
            <a:noFill/>
          </a:ln>
        </p:spPr>
        <p:txBody>
          <a:bodyPr anchorCtr="0" anchor="t" bIns="45700" lIns="91425" spcFirstLastPara="1" rIns="91425" wrap="square" tIns="45700">
            <a:normAutofit/>
          </a:bodyPr>
          <a:lstStyle>
            <a:lvl1pPr indent="-441960" lvl="0" marL="457200" algn="l">
              <a:lnSpc>
                <a:spcPct val="90000"/>
              </a:lnSpc>
              <a:spcBef>
                <a:spcPts val="1050"/>
              </a:spcBef>
              <a:spcAft>
                <a:spcPts val="0"/>
              </a:spcAft>
              <a:buClr>
                <a:schemeClr val="dk1"/>
              </a:buClr>
              <a:buSzPts val="3360"/>
              <a:buChar char="•"/>
              <a:defRPr sz="3359"/>
            </a:lvl1pPr>
            <a:lvl2pPr indent="-415290" lvl="1" marL="914400" algn="l">
              <a:lnSpc>
                <a:spcPct val="90000"/>
              </a:lnSpc>
              <a:spcBef>
                <a:spcPts val="525"/>
              </a:spcBef>
              <a:spcAft>
                <a:spcPts val="0"/>
              </a:spcAft>
              <a:buClr>
                <a:schemeClr val="dk1"/>
              </a:buClr>
              <a:buSzPts val="2940"/>
              <a:buChar char="•"/>
              <a:defRPr sz="2940"/>
            </a:lvl2pPr>
            <a:lvl3pPr indent="-388620" lvl="2" marL="1371600" algn="l">
              <a:lnSpc>
                <a:spcPct val="90000"/>
              </a:lnSpc>
              <a:spcBef>
                <a:spcPts val="525"/>
              </a:spcBef>
              <a:spcAft>
                <a:spcPts val="0"/>
              </a:spcAft>
              <a:buClr>
                <a:schemeClr val="dk1"/>
              </a:buClr>
              <a:buSzPts val="2520"/>
              <a:buChar char="•"/>
              <a:defRPr sz="2520"/>
            </a:lvl3pPr>
            <a:lvl4pPr indent="-361950" lvl="3" marL="1828800" algn="l">
              <a:lnSpc>
                <a:spcPct val="90000"/>
              </a:lnSpc>
              <a:spcBef>
                <a:spcPts val="525"/>
              </a:spcBef>
              <a:spcAft>
                <a:spcPts val="0"/>
              </a:spcAft>
              <a:buClr>
                <a:schemeClr val="dk1"/>
              </a:buClr>
              <a:buSzPts val="2100"/>
              <a:buChar char="•"/>
              <a:defRPr sz="2100"/>
            </a:lvl4pPr>
            <a:lvl5pPr indent="-361950" lvl="4" marL="2286000" algn="l">
              <a:lnSpc>
                <a:spcPct val="90000"/>
              </a:lnSpc>
              <a:spcBef>
                <a:spcPts val="525"/>
              </a:spcBef>
              <a:spcAft>
                <a:spcPts val="0"/>
              </a:spcAft>
              <a:buClr>
                <a:schemeClr val="dk1"/>
              </a:buClr>
              <a:buSzPts val="2100"/>
              <a:buChar char="•"/>
              <a:defRPr sz="2100"/>
            </a:lvl5pPr>
            <a:lvl6pPr indent="-361950" lvl="5" marL="2743200" algn="l">
              <a:lnSpc>
                <a:spcPct val="90000"/>
              </a:lnSpc>
              <a:spcBef>
                <a:spcPts val="525"/>
              </a:spcBef>
              <a:spcAft>
                <a:spcPts val="0"/>
              </a:spcAft>
              <a:buClr>
                <a:schemeClr val="dk1"/>
              </a:buClr>
              <a:buSzPts val="2100"/>
              <a:buChar char="•"/>
              <a:defRPr sz="2100"/>
            </a:lvl6pPr>
            <a:lvl7pPr indent="-361950" lvl="6" marL="3200400" algn="l">
              <a:lnSpc>
                <a:spcPct val="90000"/>
              </a:lnSpc>
              <a:spcBef>
                <a:spcPts val="525"/>
              </a:spcBef>
              <a:spcAft>
                <a:spcPts val="0"/>
              </a:spcAft>
              <a:buClr>
                <a:schemeClr val="dk1"/>
              </a:buClr>
              <a:buSzPts val="2100"/>
              <a:buChar char="•"/>
              <a:defRPr sz="2100"/>
            </a:lvl7pPr>
            <a:lvl8pPr indent="-361950" lvl="7" marL="3657600" algn="l">
              <a:lnSpc>
                <a:spcPct val="90000"/>
              </a:lnSpc>
              <a:spcBef>
                <a:spcPts val="525"/>
              </a:spcBef>
              <a:spcAft>
                <a:spcPts val="0"/>
              </a:spcAft>
              <a:buClr>
                <a:schemeClr val="dk1"/>
              </a:buClr>
              <a:buSzPts val="2100"/>
              <a:buChar char="•"/>
              <a:defRPr sz="2100"/>
            </a:lvl8pPr>
            <a:lvl9pPr indent="-361950" lvl="8" marL="4114800" algn="l">
              <a:lnSpc>
                <a:spcPct val="90000"/>
              </a:lnSpc>
              <a:spcBef>
                <a:spcPts val="525"/>
              </a:spcBef>
              <a:spcAft>
                <a:spcPts val="0"/>
              </a:spcAft>
              <a:buClr>
                <a:schemeClr val="dk1"/>
              </a:buClr>
              <a:buSzPts val="2100"/>
              <a:buChar char="•"/>
              <a:defRPr sz="2100"/>
            </a:lvl9pPr>
          </a:lstStyle>
          <a:p/>
        </p:txBody>
      </p:sp>
      <p:sp>
        <p:nvSpPr>
          <p:cNvPr id="20" name="Google Shape;20;g1de21d876e4_3_49"/>
          <p:cNvSpPr txBox="1"/>
          <p:nvPr>
            <p:ph idx="2" type="body"/>
          </p:nvPr>
        </p:nvSpPr>
        <p:spPr>
          <a:xfrm>
            <a:off x="881778" y="2331720"/>
            <a:ext cx="4128900" cy="4319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50"/>
              </a:spcBef>
              <a:spcAft>
                <a:spcPts val="0"/>
              </a:spcAft>
              <a:buClr>
                <a:schemeClr val="dk1"/>
              </a:buClr>
              <a:buSzPts val="1680"/>
              <a:buNone/>
              <a:defRPr sz="1679"/>
            </a:lvl1pPr>
            <a:lvl2pPr indent="-228600" lvl="1" marL="914400" algn="l">
              <a:lnSpc>
                <a:spcPct val="90000"/>
              </a:lnSpc>
              <a:spcBef>
                <a:spcPts val="525"/>
              </a:spcBef>
              <a:spcAft>
                <a:spcPts val="0"/>
              </a:spcAft>
              <a:buClr>
                <a:schemeClr val="dk1"/>
              </a:buClr>
              <a:buSzPts val="1470"/>
              <a:buNone/>
              <a:defRPr sz="1470"/>
            </a:lvl2pPr>
            <a:lvl3pPr indent="-228600" lvl="2" marL="1371600" algn="l">
              <a:lnSpc>
                <a:spcPct val="90000"/>
              </a:lnSpc>
              <a:spcBef>
                <a:spcPts val="525"/>
              </a:spcBef>
              <a:spcAft>
                <a:spcPts val="0"/>
              </a:spcAft>
              <a:buClr>
                <a:schemeClr val="dk1"/>
              </a:buClr>
              <a:buSzPts val="1260"/>
              <a:buNone/>
              <a:defRPr sz="1260"/>
            </a:lvl3pPr>
            <a:lvl4pPr indent="-228600" lvl="3" marL="1828800" algn="l">
              <a:lnSpc>
                <a:spcPct val="90000"/>
              </a:lnSpc>
              <a:spcBef>
                <a:spcPts val="525"/>
              </a:spcBef>
              <a:spcAft>
                <a:spcPts val="0"/>
              </a:spcAft>
              <a:buClr>
                <a:schemeClr val="dk1"/>
              </a:buClr>
              <a:buSzPts val="1050"/>
              <a:buNone/>
              <a:defRPr sz="1050"/>
            </a:lvl4pPr>
            <a:lvl5pPr indent="-228600" lvl="4" marL="2286000" algn="l">
              <a:lnSpc>
                <a:spcPct val="90000"/>
              </a:lnSpc>
              <a:spcBef>
                <a:spcPts val="525"/>
              </a:spcBef>
              <a:spcAft>
                <a:spcPts val="0"/>
              </a:spcAft>
              <a:buClr>
                <a:schemeClr val="dk1"/>
              </a:buClr>
              <a:buSzPts val="1050"/>
              <a:buNone/>
              <a:defRPr sz="1050"/>
            </a:lvl5pPr>
            <a:lvl6pPr indent="-228600" lvl="5" marL="2743200" algn="l">
              <a:lnSpc>
                <a:spcPct val="90000"/>
              </a:lnSpc>
              <a:spcBef>
                <a:spcPts val="525"/>
              </a:spcBef>
              <a:spcAft>
                <a:spcPts val="0"/>
              </a:spcAft>
              <a:buClr>
                <a:schemeClr val="dk1"/>
              </a:buClr>
              <a:buSzPts val="1050"/>
              <a:buNone/>
              <a:defRPr sz="1050"/>
            </a:lvl6pPr>
            <a:lvl7pPr indent="-228600" lvl="6" marL="3200400" algn="l">
              <a:lnSpc>
                <a:spcPct val="90000"/>
              </a:lnSpc>
              <a:spcBef>
                <a:spcPts val="525"/>
              </a:spcBef>
              <a:spcAft>
                <a:spcPts val="0"/>
              </a:spcAft>
              <a:buClr>
                <a:schemeClr val="dk1"/>
              </a:buClr>
              <a:buSzPts val="1050"/>
              <a:buNone/>
              <a:defRPr sz="1050"/>
            </a:lvl7pPr>
            <a:lvl8pPr indent="-228600" lvl="7" marL="3657600" algn="l">
              <a:lnSpc>
                <a:spcPct val="90000"/>
              </a:lnSpc>
              <a:spcBef>
                <a:spcPts val="525"/>
              </a:spcBef>
              <a:spcAft>
                <a:spcPts val="0"/>
              </a:spcAft>
              <a:buClr>
                <a:schemeClr val="dk1"/>
              </a:buClr>
              <a:buSzPts val="1050"/>
              <a:buNone/>
              <a:defRPr sz="1050"/>
            </a:lvl8pPr>
            <a:lvl9pPr indent="-228600" lvl="8" marL="4114800" algn="l">
              <a:lnSpc>
                <a:spcPct val="90000"/>
              </a:lnSpc>
              <a:spcBef>
                <a:spcPts val="525"/>
              </a:spcBef>
              <a:spcAft>
                <a:spcPts val="0"/>
              </a:spcAft>
              <a:buClr>
                <a:schemeClr val="dk1"/>
              </a:buClr>
              <a:buSzPts val="1050"/>
              <a:buNone/>
              <a:defRPr sz="1050"/>
            </a:lvl9pPr>
          </a:lstStyle>
          <a:p/>
        </p:txBody>
      </p:sp>
      <p:sp>
        <p:nvSpPr>
          <p:cNvPr id="21" name="Google Shape;21;g1de21d876e4_3_49"/>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g1de21d876e4_3_49"/>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1de21d876e4_3_49"/>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24" name="Shape 24"/>
        <p:cNvGrpSpPr/>
        <p:nvPr/>
      </p:nvGrpSpPr>
      <p:grpSpPr>
        <a:xfrm>
          <a:off x="0" y="0"/>
          <a:ext cx="0" cy="0"/>
          <a:chOff x="0" y="0"/>
          <a:chExt cx="0" cy="0"/>
        </a:xfrm>
      </p:grpSpPr>
      <p:sp>
        <p:nvSpPr>
          <p:cNvPr id="25" name="Google Shape;25;g1de21d876e4_3_45"/>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g1de21d876e4_3_45"/>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g1de21d876e4_3_45"/>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showMasterSp="0" type="obj">
  <p:cSld name="OBJECT">
    <p:spTree>
      <p:nvGrpSpPr>
        <p:cNvPr id="28" name="Shape 28"/>
        <p:cNvGrpSpPr/>
        <p:nvPr/>
      </p:nvGrpSpPr>
      <p:grpSpPr>
        <a:xfrm>
          <a:off x="0" y="0"/>
          <a:ext cx="0" cy="0"/>
          <a:chOff x="0" y="0"/>
          <a:chExt cx="0" cy="0"/>
        </a:xfrm>
      </p:grpSpPr>
      <p:sp>
        <p:nvSpPr>
          <p:cNvPr id="29" name="Google Shape;29;g1de21d876e4_3_12"/>
          <p:cNvSpPr txBox="1"/>
          <p:nvPr>
            <p:ph type="title"/>
          </p:nvPr>
        </p:nvSpPr>
        <p:spPr>
          <a:xfrm>
            <a:off x="880110" y="413809"/>
            <a:ext cx="11041500" cy="1502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g1de21d876e4_3_12"/>
          <p:cNvSpPr txBox="1"/>
          <p:nvPr>
            <p:ph idx="1" type="body"/>
          </p:nvPr>
        </p:nvSpPr>
        <p:spPr>
          <a:xfrm>
            <a:off x="880110" y="2069042"/>
            <a:ext cx="11041500" cy="4931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50"/>
              </a:spcBef>
              <a:spcAft>
                <a:spcPts val="0"/>
              </a:spcAft>
              <a:buClr>
                <a:schemeClr val="dk1"/>
              </a:buClr>
              <a:buSzPts val="1800"/>
              <a:buChar char="•"/>
              <a:defRPr/>
            </a:lvl1pPr>
            <a:lvl2pPr indent="-342900" lvl="1" marL="914400" algn="l">
              <a:lnSpc>
                <a:spcPct val="90000"/>
              </a:lnSpc>
              <a:spcBef>
                <a:spcPts val="525"/>
              </a:spcBef>
              <a:spcAft>
                <a:spcPts val="0"/>
              </a:spcAft>
              <a:buClr>
                <a:schemeClr val="dk1"/>
              </a:buClr>
              <a:buSzPts val="1800"/>
              <a:buChar char="•"/>
              <a:defRPr/>
            </a:lvl2pPr>
            <a:lvl3pPr indent="-342900" lvl="2" marL="1371600" algn="l">
              <a:lnSpc>
                <a:spcPct val="90000"/>
              </a:lnSpc>
              <a:spcBef>
                <a:spcPts val="525"/>
              </a:spcBef>
              <a:spcAft>
                <a:spcPts val="0"/>
              </a:spcAft>
              <a:buClr>
                <a:schemeClr val="dk1"/>
              </a:buClr>
              <a:buSzPts val="1800"/>
              <a:buChar char="•"/>
              <a:defRPr/>
            </a:lvl3pPr>
            <a:lvl4pPr indent="-342900" lvl="3" marL="1828800" algn="l">
              <a:lnSpc>
                <a:spcPct val="90000"/>
              </a:lnSpc>
              <a:spcBef>
                <a:spcPts val="525"/>
              </a:spcBef>
              <a:spcAft>
                <a:spcPts val="0"/>
              </a:spcAft>
              <a:buClr>
                <a:schemeClr val="dk1"/>
              </a:buClr>
              <a:buSzPts val="1800"/>
              <a:buChar char="•"/>
              <a:defRPr/>
            </a:lvl4pPr>
            <a:lvl5pPr indent="-342900" lvl="4" marL="2286000" algn="l">
              <a:lnSpc>
                <a:spcPct val="90000"/>
              </a:lnSpc>
              <a:spcBef>
                <a:spcPts val="525"/>
              </a:spcBef>
              <a:spcAft>
                <a:spcPts val="0"/>
              </a:spcAft>
              <a:buClr>
                <a:schemeClr val="dk1"/>
              </a:buClr>
              <a:buSzPts val="1800"/>
              <a:buChar char="•"/>
              <a:defRPr/>
            </a:lvl5pPr>
            <a:lvl6pPr indent="-342900" lvl="5" marL="2743200" algn="l">
              <a:lnSpc>
                <a:spcPct val="90000"/>
              </a:lnSpc>
              <a:spcBef>
                <a:spcPts val="525"/>
              </a:spcBef>
              <a:spcAft>
                <a:spcPts val="0"/>
              </a:spcAft>
              <a:buClr>
                <a:schemeClr val="dk1"/>
              </a:buClr>
              <a:buSzPts val="1800"/>
              <a:buChar char="•"/>
              <a:defRPr/>
            </a:lvl6pPr>
            <a:lvl7pPr indent="-342900" lvl="6" marL="3200400" algn="l">
              <a:lnSpc>
                <a:spcPct val="90000"/>
              </a:lnSpc>
              <a:spcBef>
                <a:spcPts val="525"/>
              </a:spcBef>
              <a:spcAft>
                <a:spcPts val="0"/>
              </a:spcAft>
              <a:buClr>
                <a:schemeClr val="dk1"/>
              </a:buClr>
              <a:buSzPts val="1800"/>
              <a:buChar char="•"/>
              <a:defRPr/>
            </a:lvl7pPr>
            <a:lvl8pPr indent="-342900" lvl="7" marL="3657600" algn="l">
              <a:lnSpc>
                <a:spcPct val="90000"/>
              </a:lnSpc>
              <a:spcBef>
                <a:spcPts val="525"/>
              </a:spcBef>
              <a:spcAft>
                <a:spcPts val="0"/>
              </a:spcAft>
              <a:buClr>
                <a:schemeClr val="dk1"/>
              </a:buClr>
              <a:buSzPts val="1800"/>
              <a:buChar char="•"/>
              <a:defRPr/>
            </a:lvl8pPr>
            <a:lvl9pPr indent="-342900" lvl="8" marL="4114800" algn="l">
              <a:lnSpc>
                <a:spcPct val="90000"/>
              </a:lnSpc>
              <a:spcBef>
                <a:spcPts val="525"/>
              </a:spcBef>
              <a:spcAft>
                <a:spcPts val="0"/>
              </a:spcAft>
              <a:buClr>
                <a:schemeClr val="dk1"/>
              </a:buClr>
              <a:buSzPts val="1800"/>
              <a:buChar char="•"/>
              <a:defRPr/>
            </a:lvl9pPr>
          </a:lstStyle>
          <a:p/>
        </p:txBody>
      </p:sp>
      <p:sp>
        <p:nvSpPr>
          <p:cNvPr id="31" name="Google Shape;31;g1de21d876e4_3_12"/>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g1de21d876e4_3_12"/>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1de21d876e4_3_12"/>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spTree>
      <p:nvGrpSpPr>
        <p:cNvPr id="34" name="Shape 34"/>
        <p:cNvGrpSpPr/>
        <p:nvPr/>
      </p:nvGrpSpPr>
      <p:grpSpPr>
        <a:xfrm>
          <a:off x="0" y="0"/>
          <a:ext cx="0" cy="0"/>
          <a:chOff x="0" y="0"/>
          <a:chExt cx="0" cy="0"/>
        </a:xfrm>
      </p:grpSpPr>
      <p:sp>
        <p:nvSpPr>
          <p:cNvPr id="35" name="Google Shape;35;g1de21d876e4_3_18"/>
          <p:cNvSpPr txBox="1"/>
          <p:nvPr>
            <p:ph type="title"/>
          </p:nvPr>
        </p:nvSpPr>
        <p:spPr>
          <a:xfrm>
            <a:off x="873443" y="1937704"/>
            <a:ext cx="11041500" cy="3233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300"/>
              <a:buFont typeface="Calibri"/>
              <a:buNone/>
              <a:defRPr sz="6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g1de21d876e4_3_18"/>
          <p:cNvSpPr txBox="1"/>
          <p:nvPr>
            <p:ph idx="1" type="body"/>
          </p:nvPr>
        </p:nvSpPr>
        <p:spPr>
          <a:xfrm>
            <a:off x="873443" y="5201392"/>
            <a:ext cx="11041500" cy="1700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50"/>
              </a:spcBef>
              <a:spcAft>
                <a:spcPts val="0"/>
              </a:spcAft>
              <a:buClr>
                <a:srgbClr val="888888"/>
              </a:buClr>
              <a:buSzPts val="2520"/>
              <a:buNone/>
              <a:defRPr sz="2520">
                <a:solidFill>
                  <a:srgbClr val="888888"/>
                </a:solidFill>
              </a:defRPr>
            </a:lvl1pPr>
            <a:lvl2pPr indent="-228600" lvl="1" marL="914400" algn="l">
              <a:lnSpc>
                <a:spcPct val="90000"/>
              </a:lnSpc>
              <a:spcBef>
                <a:spcPts val="525"/>
              </a:spcBef>
              <a:spcAft>
                <a:spcPts val="0"/>
              </a:spcAft>
              <a:buClr>
                <a:srgbClr val="888888"/>
              </a:buClr>
              <a:buSzPts val="2100"/>
              <a:buNone/>
              <a:defRPr sz="2100">
                <a:solidFill>
                  <a:srgbClr val="888888"/>
                </a:solidFill>
              </a:defRPr>
            </a:lvl2pPr>
            <a:lvl3pPr indent="-228600" lvl="2" marL="1371600" algn="l">
              <a:lnSpc>
                <a:spcPct val="90000"/>
              </a:lnSpc>
              <a:spcBef>
                <a:spcPts val="525"/>
              </a:spcBef>
              <a:spcAft>
                <a:spcPts val="0"/>
              </a:spcAft>
              <a:buClr>
                <a:srgbClr val="888888"/>
              </a:buClr>
              <a:buSzPts val="1890"/>
              <a:buNone/>
              <a:defRPr sz="1890">
                <a:solidFill>
                  <a:srgbClr val="888888"/>
                </a:solidFill>
              </a:defRPr>
            </a:lvl3pPr>
            <a:lvl4pPr indent="-228600" lvl="3" marL="1828800" algn="l">
              <a:lnSpc>
                <a:spcPct val="90000"/>
              </a:lnSpc>
              <a:spcBef>
                <a:spcPts val="525"/>
              </a:spcBef>
              <a:spcAft>
                <a:spcPts val="0"/>
              </a:spcAft>
              <a:buClr>
                <a:srgbClr val="888888"/>
              </a:buClr>
              <a:buSzPts val="1680"/>
              <a:buNone/>
              <a:defRPr sz="1679">
                <a:solidFill>
                  <a:srgbClr val="888888"/>
                </a:solidFill>
              </a:defRPr>
            </a:lvl4pPr>
            <a:lvl5pPr indent="-228600" lvl="4" marL="2286000" algn="l">
              <a:lnSpc>
                <a:spcPct val="90000"/>
              </a:lnSpc>
              <a:spcBef>
                <a:spcPts val="525"/>
              </a:spcBef>
              <a:spcAft>
                <a:spcPts val="0"/>
              </a:spcAft>
              <a:buClr>
                <a:srgbClr val="888888"/>
              </a:buClr>
              <a:buSzPts val="1680"/>
              <a:buNone/>
              <a:defRPr sz="1679">
                <a:solidFill>
                  <a:srgbClr val="888888"/>
                </a:solidFill>
              </a:defRPr>
            </a:lvl5pPr>
            <a:lvl6pPr indent="-228600" lvl="5" marL="2743200" algn="l">
              <a:lnSpc>
                <a:spcPct val="90000"/>
              </a:lnSpc>
              <a:spcBef>
                <a:spcPts val="525"/>
              </a:spcBef>
              <a:spcAft>
                <a:spcPts val="0"/>
              </a:spcAft>
              <a:buClr>
                <a:srgbClr val="888888"/>
              </a:buClr>
              <a:buSzPts val="1680"/>
              <a:buNone/>
              <a:defRPr sz="1679">
                <a:solidFill>
                  <a:srgbClr val="888888"/>
                </a:solidFill>
              </a:defRPr>
            </a:lvl6pPr>
            <a:lvl7pPr indent="-228600" lvl="6" marL="3200400" algn="l">
              <a:lnSpc>
                <a:spcPct val="90000"/>
              </a:lnSpc>
              <a:spcBef>
                <a:spcPts val="525"/>
              </a:spcBef>
              <a:spcAft>
                <a:spcPts val="0"/>
              </a:spcAft>
              <a:buClr>
                <a:srgbClr val="888888"/>
              </a:buClr>
              <a:buSzPts val="1680"/>
              <a:buNone/>
              <a:defRPr sz="1679">
                <a:solidFill>
                  <a:srgbClr val="888888"/>
                </a:solidFill>
              </a:defRPr>
            </a:lvl7pPr>
            <a:lvl8pPr indent="-228600" lvl="7" marL="3657600" algn="l">
              <a:lnSpc>
                <a:spcPct val="90000"/>
              </a:lnSpc>
              <a:spcBef>
                <a:spcPts val="525"/>
              </a:spcBef>
              <a:spcAft>
                <a:spcPts val="0"/>
              </a:spcAft>
              <a:buClr>
                <a:srgbClr val="888888"/>
              </a:buClr>
              <a:buSzPts val="1680"/>
              <a:buNone/>
              <a:defRPr sz="1679">
                <a:solidFill>
                  <a:srgbClr val="888888"/>
                </a:solidFill>
              </a:defRPr>
            </a:lvl8pPr>
            <a:lvl9pPr indent="-228600" lvl="8" marL="4114800" algn="l">
              <a:lnSpc>
                <a:spcPct val="90000"/>
              </a:lnSpc>
              <a:spcBef>
                <a:spcPts val="525"/>
              </a:spcBef>
              <a:spcAft>
                <a:spcPts val="0"/>
              </a:spcAft>
              <a:buClr>
                <a:srgbClr val="888888"/>
              </a:buClr>
              <a:buSzPts val="1680"/>
              <a:buNone/>
              <a:defRPr sz="1679">
                <a:solidFill>
                  <a:srgbClr val="888888"/>
                </a:solidFill>
              </a:defRPr>
            </a:lvl9pPr>
          </a:lstStyle>
          <a:p/>
        </p:txBody>
      </p:sp>
      <p:sp>
        <p:nvSpPr>
          <p:cNvPr id="37" name="Google Shape;37;g1de21d876e4_3_18"/>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g1de21d876e4_3_18"/>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1de21d876e4_3_18"/>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showMasterSp="0" type="twoObj">
  <p:cSld name="TWO_OBJECTS">
    <p:spTree>
      <p:nvGrpSpPr>
        <p:cNvPr id="40" name="Shape 40"/>
        <p:cNvGrpSpPr/>
        <p:nvPr/>
      </p:nvGrpSpPr>
      <p:grpSpPr>
        <a:xfrm>
          <a:off x="0" y="0"/>
          <a:ext cx="0" cy="0"/>
          <a:chOff x="0" y="0"/>
          <a:chExt cx="0" cy="0"/>
        </a:xfrm>
      </p:grpSpPr>
      <p:sp>
        <p:nvSpPr>
          <p:cNvPr id="41" name="Google Shape;41;g1de21d876e4_3_24"/>
          <p:cNvSpPr txBox="1"/>
          <p:nvPr>
            <p:ph type="title"/>
          </p:nvPr>
        </p:nvSpPr>
        <p:spPr>
          <a:xfrm>
            <a:off x="880110" y="413809"/>
            <a:ext cx="11041500" cy="1502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g1de21d876e4_3_24"/>
          <p:cNvSpPr txBox="1"/>
          <p:nvPr>
            <p:ph idx="1" type="body"/>
          </p:nvPr>
        </p:nvSpPr>
        <p:spPr>
          <a:xfrm>
            <a:off x="880110" y="2069042"/>
            <a:ext cx="5440800" cy="4931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50"/>
              </a:spcBef>
              <a:spcAft>
                <a:spcPts val="0"/>
              </a:spcAft>
              <a:buClr>
                <a:schemeClr val="dk1"/>
              </a:buClr>
              <a:buSzPts val="1800"/>
              <a:buChar char="•"/>
              <a:defRPr/>
            </a:lvl1pPr>
            <a:lvl2pPr indent="-342900" lvl="1" marL="914400" algn="l">
              <a:lnSpc>
                <a:spcPct val="90000"/>
              </a:lnSpc>
              <a:spcBef>
                <a:spcPts val="525"/>
              </a:spcBef>
              <a:spcAft>
                <a:spcPts val="0"/>
              </a:spcAft>
              <a:buClr>
                <a:schemeClr val="dk1"/>
              </a:buClr>
              <a:buSzPts val="1800"/>
              <a:buChar char="•"/>
              <a:defRPr/>
            </a:lvl2pPr>
            <a:lvl3pPr indent="-342900" lvl="2" marL="1371600" algn="l">
              <a:lnSpc>
                <a:spcPct val="90000"/>
              </a:lnSpc>
              <a:spcBef>
                <a:spcPts val="525"/>
              </a:spcBef>
              <a:spcAft>
                <a:spcPts val="0"/>
              </a:spcAft>
              <a:buClr>
                <a:schemeClr val="dk1"/>
              </a:buClr>
              <a:buSzPts val="1800"/>
              <a:buChar char="•"/>
              <a:defRPr/>
            </a:lvl3pPr>
            <a:lvl4pPr indent="-342900" lvl="3" marL="1828800" algn="l">
              <a:lnSpc>
                <a:spcPct val="90000"/>
              </a:lnSpc>
              <a:spcBef>
                <a:spcPts val="525"/>
              </a:spcBef>
              <a:spcAft>
                <a:spcPts val="0"/>
              </a:spcAft>
              <a:buClr>
                <a:schemeClr val="dk1"/>
              </a:buClr>
              <a:buSzPts val="1800"/>
              <a:buChar char="•"/>
              <a:defRPr/>
            </a:lvl4pPr>
            <a:lvl5pPr indent="-342900" lvl="4" marL="2286000" algn="l">
              <a:lnSpc>
                <a:spcPct val="90000"/>
              </a:lnSpc>
              <a:spcBef>
                <a:spcPts val="525"/>
              </a:spcBef>
              <a:spcAft>
                <a:spcPts val="0"/>
              </a:spcAft>
              <a:buClr>
                <a:schemeClr val="dk1"/>
              </a:buClr>
              <a:buSzPts val="1800"/>
              <a:buChar char="•"/>
              <a:defRPr/>
            </a:lvl5pPr>
            <a:lvl6pPr indent="-342900" lvl="5" marL="2743200" algn="l">
              <a:lnSpc>
                <a:spcPct val="90000"/>
              </a:lnSpc>
              <a:spcBef>
                <a:spcPts val="525"/>
              </a:spcBef>
              <a:spcAft>
                <a:spcPts val="0"/>
              </a:spcAft>
              <a:buClr>
                <a:schemeClr val="dk1"/>
              </a:buClr>
              <a:buSzPts val="1800"/>
              <a:buChar char="•"/>
              <a:defRPr/>
            </a:lvl6pPr>
            <a:lvl7pPr indent="-342900" lvl="6" marL="3200400" algn="l">
              <a:lnSpc>
                <a:spcPct val="90000"/>
              </a:lnSpc>
              <a:spcBef>
                <a:spcPts val="525"/>
              </a:spcBef>
              <a:spcAft>
                <a:spcPts val="0"/>
              </a:spcAft>
              <a:buClr>
                <a:schemeClr val="dk1"/>
              </a:buClr>
              <a:buSzPts val="1800"/>
              <a:buChar char="•"/>
              <a:defRPr/>
            </a:lvl7pPr>
            <a:lvl8pPr indent="-342900" lvl="7" marL="3657600" algn="l">
              <a:lnSpc>
                <a:spcPct val="90000"/>
              </a:lnSpc>
              <a:spcBef>
                <a:spcPts val="525"/>
              </a:spcBef>
              <a:spcAft>
                <a:spcPts val="0"/>
              </a:spcAft>
              <a:buClr>
                <a:schemeClr val="dk1"/>
              </a:buClr>
              <a:buSzPts val="1800"/>
              <a:buChar char="•"/>
              <a:defRPr/>
            </a:lvl8pPr>
            <a:lvl9pPr indent="-342900" lvl="8" marL="4114800" algn="l">
              <a:lnSpc>
                <a:spcPct val="90000"/>
              </a:lnSpc>
              <a:spcBef>
                <a:spcPts val="525"/>
              </a:spcBef>
              <a:spcAft>
                <a:spcPts val="0"/>
              </a:spcAft>
              <a:buClr>
                <a:schemeClr val="dk1"/>
              </a:buClr>
              <a:buSzPts val="1800"/>
              <a:buChar char="•"/>
              <a:defRPr/>
            </a:lvl9pPr>
          </a:lstStyle>
          <a:p/>
        </p:txBody>
      </p:sp>
      <p:sp>
        <p:nvSpPr>
          <p:cNvPr id="43" name="Google Shape;43;g1de21d876e4_3_24"/>
          <p:cNvSpPr txBox="1"/>
          <p:nvPr>
            <p:ph idx="2" type="body"/>
          </p:nvPr>
        </p:nvSpPr>
        <p:spPr>
          <a:xfrm>
            <a:off x="6480810" y="2069042"/>
            <a:ext cx="5440800" cy="4931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50"/>
              </a:spcBef>
              <a:spcAft>
                <a:spcPts val="0"/>
              </a:spcAft>
              <a:buClr>
                <a:schemeClr val="dk1"/>
              </a:buClr>
              <a:buSzPts val="1800"/>
              <a:buChar char="•"/>
              <a:defRPr/>
            </a:lvl1pPr>
            <a:lvl2pPr indent="-342900" lvl="1" marL="914400" algn="l">
              <a:lnSpc>
                <a:spcPct val="90000"/>
              </a:lnSpc>
              <a:spcBef>
                <a:spcPts val="525"/>
              </a:spcBef>
              <a:spcAft>
                <a:spcPts val="0"/>
              </a:spcAft>
              <a:buClr>
                <a:schemeClr val="dk1"/>
              </a:buClr>
              <a:buSzPts val="1800"/>
              <a:buChar char="•"/>
              <a:defRPr/>
            </a:lvl2pPr>
            <a:lvl3pPr indent="-342900" lvl="2" marL="1371600" algn="l">
              <a:lnSpc>
                <a:spcPct val="90000"/>
              </a:lnSpc>
              <a:spcBef>
                <a:spcPts val="525"/>
              </a:spcBef>
              <a:spcAft>
                <a:spcPts val="0"/>
              </a:spcAft>
              <a:buClr>
                <a:schemeClr val="dk1"/>
              </a:buClr>
              <a:buSzPts val="1800"/>
              <a:buChar char="•"/>
              <a:defRPr/>
            </a:lvl3pPr>
            <a:lvl4pPr indent="-342900" lvl="3" marL="1828800" algn="l">
              <a:lnSpc>
                <a:spcPct val="90000"/>
              </a:lnSpc>
              <a:spcBef>
                <a:spcPts val="525"/>
              </a:spcBef>
              <a:spcAft>
                <a:spcPts val="0"/>
              </a:spcAft>
              <a:buClr>
                <a:schemeClr val="dk1"/>
              </a:buClr>
              <a:buSzPts val="1800"/>
              <a:buChar char="•"/>
              <a:defRPr/>
            </a:lvl4pPr>
            <a:lvl5pPr indent="-342900" lvl="4" marL="2286000" algn="l">
              <a:lnSpc>
                <a:spcPct val="90000"/>
              </a:lnSpc>
              <a:spcBef>
                <a:spcPts val="525"/>
              </a:spcBef>
              <a:spcAft>
                <a:spcPts val="0"/>
              </a:spcAft>
              <a:buClr>
                <a:schemeClr val="dk1"/>
              </a:buClr>
              <a:buSzPts val="1800"/>
              <a:buChar char="•"/>
              <a:defRPr/>
            </a:lvl5pPr>
            <a:lvl6pPr indent="-342900" lvl="5" marL="2743200" algn="l">
              <a:lnSpc>
                <a:spcPct val="90000"/>
              </a:lnSpc>
              <a:spcBef>
                <a:spcPts val="525"/>
              </a:spcBef>
              <a:spcAft>
                <a:spcPts val="0"/>
              </a:spcAft>
              <a:buClr>
                <a:schemeClr val="dk1"/>
              </a:buClr>
              <a:buSzPts val="1800"/>
              <a:buChar char="•"/>
              <a:defRPr/>
            </a:lvl6pPr>
            <a:lvl7pPr indent="-342900" lvl="6" marL="3200400" algn="l">
              <a:lnSpc>
                <a:spcPct val="90000"/>
              </a:lnSpc>
              <a:spcBef>
                <a:spcPts val="525"/>
              </a:spcBef>
              <a:spcAft>
                <a:spcPts val="0"/>
              </a:spcAft>
              <a:buClr>
                <a:schemeClr val="dk1"/>
              </a:buClr>
              <a:buSzPts val="1800"/>
              <a:buChar char="•"/>
              <a:defRPr/>
            </a:lvl7pPr>
            <a:lvl8pPr indent="-342900" lvl="7" marL="3657600" algn="l">
              <a:lnSpc>
                <a:spcPct val="90000"/>
              </a:lnSpc>
              <a:spcBef>
                <a:spcPts val="525"/>
              </a:spcBef>
              <a:spcAft>
                <a:spcPts val="0"/>
              </a:spcAft>
              <a:buClr>
                <a:schemeClr val="dk1"/>
              </a:buClr>
              <a:buSzPts val="1800"/>
              <a:buChar char="•"/>
              <a:defRPr/>
            </a:lvl8pPr>
            <a:lvl9pPr indent="-342900" lvl="8" marL="4114800" algn="l">
              <a:lnSpc>
                <a:spcPct val="90000"/>
              </a:lnSpc>
              <a:spcBef>
                <a:spcPts val="525"/>
              </a:spcBef>
              <a:spcAft>
                <a:spcPts val="0"/>
              </a:spcAft>
              <a:buClr>
                <a:schemeClr val="dk1"/>
              </a:buClr>
              <a:buSzPts val="1800"/>
              <a:buChar char="•"/>
              <a:defRPr/>
            </a:lvl9pPr>
          </a:lstStyle>
          <a:p/>
        </p:txBody>
      </p:sp>
      <p:sp>
        <p:nvSpPr>
          <p:cNvPr id="44" name="Google Shape;44;g1de21d876e4_3_24"/>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1de21d876e4_3_24"/>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g1de21d876e4_3_24"/>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showMasterSp="0" type="twoTxTwoObj">
  <p:cSld name="TWO_OBJECTS_WITH_TEXT">
    <p:spTree>
      <p:nvGrpSpPr>
        <p:cNvPr id="47" name="Shape 47"/>
        <p:cNvGrpSpPr/>
        <p:nvPr/>
      </p:nvGrpSpPr>
      <p:grpSpPr>
        <a:xfrm>
          <a:off x="0" y="0"/>
          <a:ext cx="0" cy="0"/>
          <a:chOff x="0" y="0"/>
          <a:chExt cx="0" cy="0"/>
        </a:xfrm>
      </p:grpSpPr>
      <p:sp>
        <p:nvSpPr>
          <p:cNvPr id="48" name="Google Shape;48;g1de21d876e4_3_31"/>
          <p:cNvSpPr txBox="1"/>
          <p:nvPr>
            <p:ph type="title"/>
          </p:nvPr>
        </p:nvSpPr>
        <p:spPr>
          <a:xfrm>
            <a:off x="881777" y="413809"/>
            <a:ext cx="11041500" cy="1502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g1de21d876e4_3_31"/>
          <p:cNvSpPr txBox="1"/>
          <p:nvPr>
            <p:ph idx="1" type="body"/>
          </p:nvPr>
        </p:nvSpPr>
        <p:spPr>
          <a:xfrm>
            <a:off x="881778" y="1905318"/>
            <a:ext cx="5415600" cy="9339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50"/>
              </a:spcBef>
              <a:spcAft>
                <a:spcPts val="0"/>
              </a:spcAft>
              <a:buClr>
                <a:schemeClr val="dk1"/>
              </a:buClr>
              <a:buSzPts val="2520"/>
              <a:buNone/>
              <a:defRPr b="1" sz="2520"/>
            </a:lvl1pPr>
            <a:lvl2pPr indent="-228600" lvl="1" marL="914400" algn="l">
              <a:lnSpc>
                <a:spcPct val="90000"/>
              </a:lnSpc>
              <a:spcBef>
                <a:spcPts val="525"/>
              </a:spcBef>
              <a:spcAft>
                <a:spcPts val="0"/>
              </a:spcAft>
              <a:buClr>
                <a:schemeClr val="dk1"/>
              </a:buClr>
              <a:buSzPts val="2100"/>
              <a:buNone/>
              <a:defRPr b="1" sz="2100"/>
            </a:lvl2pPr>
            <a:lvl3pPr indent="-228600" lvl="2" marL="1371600" algn="l">
              <a:lnSpc>
                <a:spcPct val="90000"/>
              </a:lnSpc>
              <a:spcBef>
                <a:spcPts val="525"/>
              </a:spcBef>
              <a:spcAft>
                <a:spcPts val="0"/>
              </a:spcAft>
              <a:buClr>
                <a:schemeClr val="dk1"/>
              </a:buClr>
              <a:buSzPts val="1890"/>
              <a:buNone/>
              <a:defRPr b="1" sz="1890"/>
            </a:lvl3pPr>
            <a:lvl4pPr indent="-228600" lvl="3" marL="1828800" algn="l">
              <a:lnSpc>
                <a:spcPct val="90000"/>
              </a:lnSpc>
              <a:spcBef>
                <a:spcPts val="525"/>
              </a:spcBef>
              <a:spcAft>
                <a:spcPts val="0"/>
              </a:spcAft>
              <a:buClr>
                <a:schemeClr val="dk1"/>
              </a:buClr>
              <a:buSzPts val="1680"/>
              <a:buNone/>
              <a:defRPr b="1" sz="1679"/>
            </a:lvl4pPr>
            <a:lvl5pPr indent="-228600" lvl="4" marL="2286000" algn="l">
              <a:lnSpc>
                <a:spcPct val="90000"/>
              </a:lnSpc>
              <a:spcBef>
                <a:spcPts val="525"/>
              </a:spcBef>
              <a:spcAft>
                <a:spcPts val="0"/>
              </a:spcAft>
              <a:buClr>
                <a:schemeClr val="dk1"/>
              </a:buClr>
              <a:buSzPts val="1680"/>
              <a:buNone/>
              <a:defRPr b="1" sz="1679"/>
            </a:lvl5pPr>
            <a:lvl6pPr indent="-228600" lvl="5" marL="2743200" algn="l">
              <a:lnSpc>
                <a:spcPct val="90000"/>
              </a:lnSpc>
              <a:spcBef>
                <a:spcPts val="525"/>
              </a:spcBef>
              <a:spcAft>
                <a:spcPts val="0"/>
              </a:spcAft>
              <a:buClr>
                <a:schemeClr val="dk1"/>
              </a:buClr>
              <a:buSzPts val="1680"/>
              <a:buNone/>
              <a:defRPr b="1" sz="1679"/>
            </a:lvl6pPr>
            <a:lvl7pPr indent="-228600" lvl="6" marL="3200400" algn="l">
              <a:lnSpc>
                <a:spcPct val="90000"/>
              </a:lnSpc>
              <a:spcBef>
                <a:spcPts val="525"/>
              </a:spcBef>
              <a:spcAft>
                <a:spcPts val="0"/>
              </a:spcAft>
              <a:buClr>
                <a:schemeClr val="dk1"/>
              </a:buClr>
              <a:buSzPts val="1680"/>
              <a:buNone/>
              <a:defRPr b="1" sz="1679"/>
            </a:lvl7pPr>
            <a:lvl8pPr indent="-228600" lvl="7" marL="3657600" algn="l">
              <a:lnSpc>
                <a:spcPct val="90000"/>
              </a:lnSpc>
              <a:spcBef>
                <a:spcPts val="525"/>
              </a:spcBef>
              <a:spcAft>
                <a:spcPts val="0"/>
              </a:spcAft>
              <a:buClr>
                <a:schemeClr val="dk1"/>
              </a:buClr>
              <a:buSzPts val="1680"/>
              <a:buNone/>
              <a:defRPr b="1" sz="1679"/>
            </a:lvl8pPr>
            <a:lvl9pPr indent="-228600" lvl="8" marL="4114800" algn="l">
              <a:lnSpc>
                <a:spcPct val="90000"/>
              </a:lnSpc>
              <a:spcBef>
                <a:spcPts val="525"/>
              </a:spcBef>
              <a:spcAft>
                <a:spcPts val="0"/>
              </a:spcAft>
              <a:buClr>
                <a:schemeClr val="dk1"/>
              </a:buClr>
              <a:buSzPts val="1680"/>
              <a:buNone/>
              <a:defRPr b="1" sz="1679"/>
            </a:lvl9pPr>
          </a:lstStyle>
          <a:p/>
        </p:txBody>
      </p:sp>
      <p:sp>
        <p:nvSpPr>
          <p:cNvPr id="50" name="Google Shape;50;g1de21d876e4_3_31"/>
          <p:cNvSpPr txBox="1"/>
          <p:nvPr>
            <p:ph idx="2" type="body"/>
          </p:nvPr>
        </p:nvSpPr>
        <p:spPr>
          <a:xfrm>
            <a:off x="881778" y="2839085"/>
            <a:ext cx="5415600" cy="4176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50"/>
              </a:spcBef>
              <a:spcAft>
                <a:spcPts val="0"/>
              </a:spcAft>
              <a:buClr>
                <a:schemeClr val="dk1"/>
              </a:buClr>
              <a:buSzPts val="1800"/>
              <a:buChar char="•"/>
              <a:defRPr/>
            </a:lvl1pPr>
            <a:lvl2pPr indent="-342900" lvl="1" marL="914400" algn="l">
              <a:lnSpc>
                <a:spcPct val="90000"/>
              </a:lnSpc>
              <a:spcBef>
                <a:spcPts val="525"/>
              </a:spcBef>
              <a:spcAft>
                <a:spcPts val="0"/>
              </a:spcAft>
              <a:buClr>
                <a:schemeClr val="dk1"/>
              </a:buClr>
              <a:buSzPts val="1800"/>
              <a:buChar char="•"/>
              <a:defRPr/>
            </a:lvl2pPr>
            <a:lvl3pPr indent="-342900" lvl="2" marL="1371600" algn="l">
              <a:lnSpc>
                <a:spcPct val="90000"/>
              </a:lnSpc>
              <a:spcBef>
                <a:spcPts val="525"/>
              </a:spcBef>
              <a:spcAft>
                <a:spcPts val="0"/>
              </a:spcAft>
              <a:buClr>
                <a:schemeClr val="dk1"/>
              </a:buClr>
              <a:buSzPts val="1800"/>
              <a:buChar char="•"/>
              <a:defRPr/>
            </a:lvl3pPr>
            <a:lvl4pPr indent="-342900" lvl="3" marL="1828800" algn="l">
              <a:lnSpc>
                <a:spcPct val="90000"/>
              </a:lnSpc>
              <a:spcBef>
                <a:spcPts val="525"/>
              </a:spcBef>
              <a:spcAft>
                <a:spcPts val="0"/>
              </a:spcAft>
              <a:buClr>
                <a:schemeClr val="dk1"/>
              </a:buClr>
              <a:buSzPts val="1800"/>
              <a:buChar char="•"/>
              <a:defRPr/>
            </a:lvl4pPr>
            <a:lvl5pPr indent="-342900" lvl="4" marL="2286000" algn="l">
              <a:lnSpc>
                <a:spcPct val="90000"/>
              </a:lnSpc>
              <a:spcBef>
                <a:spcPts val="525"/>
              </a:spcBef>
              <a:spcAft>
                <a:spcPts val="0"/>
              </a:spcAft>
              <a:buClr>
                <a:schemeClr val="dk1"/>
              </a:buClr>
              <a:buSzPts val="1800"/>
              <a:buChar char="•"/>
              <a:defRPr/>
            </a:lvl5pPr>
            <a:lvl6pPr indent="-342900" lvl="5" marL="2743200" algn="l">
              <a:lnSpc>
                <a:spcPct val="90000"/>
              </a:lnSpc>
              <a:spcBef>
                <a:spcPts val="525"/>
              </a:spcBef>
              <a:spcAft>
                <a:spcPts val="0"/>
              </a:spcAft>
              <a:buClr>
                <a:schemeClr val="dk1"/>
              </a:buClr>
              <a:buSzPts val="1800"/>
              <a:buChar char="•"/>
              <a:defRPr/>
            </a:lvl6pPr>
            <a:lvl7pPr indent="-342900" lvl="6" marL="3200400" algn="l">
              <a:lnSpc>
                <a:spcPct val="90000"/>
              </a:lnSpc>
              <a:spcBef>
                <a:spcPts val="525"/>
              </a:spcBef>
              <a:spcAft>
                <a:spcPts val="0"/>
              </a:spcAft>
              <a:buClr>
                <a:schemeClr val="dk1"/>
              </a:buClr>
              <a:buSzPts val="1800"/>
              <a:buChar char="•"/>
              <a:defRPr/>
            </a:lvl7pPr>
            <a:lvl8pPr indent="-342900" lvl="7" marL="3657600" algn="l">
              <a:lnSpc>
                <a:spcPct val="90000"/>
              </a:lnSpc>
              <a:spcBef>
                <a:spcPts val="525"/>
              </a:spcBef>
              <a:spcAft>
                <a:spcPts val="0"/>
              </a:spcAft>
              <a:buClr>
                <a:schemeClr val="dk1"/>
              </a:buClr>
              <a:buSzPts val="1800"/>
              <a:buChar char="•"/>
              <a:defRPr/>
            </a:lvl8pPr>
            <a:lvl9pPr indent="-342900" lvl="8" marL="4114800" algn="l">
              <a:lnSpc>
                <a:spcPct val="90000"/>
              </a:lnSpc>
              <a:spcBef>
                <a:spcPts val="525"/>
              </a:spcBef>
              <a:spcAft>
                <a:spcPts val="0"/>
              </a:spcAft>
              <a:buClr>
                <a:schemeClr val="dk1"/>
              </a:buClr>
              <a:buSzPts val="1800"/>
              <a:buChar char="•"/>
              <a:defRPr/>
            </a:lvl9pPr>
          </a:lstStyle>
          <a:p/>
        </p:txBody>
      </p:sp>
      <p:sp>
        <p:nvSpPr>
          <p:cNvPr id="51" name="Google Shape;51;g1de21d876e4_3_31"/>
          <p:cNvSpPr txBox="1"/>
          <p:nvPr>
            <p:ph idx="3" type="body"/>
          </p:nvPr>
        </p:nvSpPr>
        <p:spPr>
          <a:xfrm>
            <a:off x="6480810" y="1905318"/>
            <a:ext cx="5442300" cy="9339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50"/>
              </a:spcBef>
              <a:spcAft>
                <a:spcPts val="0"/>
              </a:spcAft>
              <a:buClr>
                <a:schemeClr val="dk1"/>
              </a:buClr>
              <a:buSzPts val="2520"/>
              <a:buNone/>
              <a:defRPr b="1" sz="2520"/>
            </a:lvl1pPr>
            <a:lvl2pPr indent="-228600" lvl="1" marL="914400" algn="l">
              <a:lnSpc>
                <a:spcPct val="90000"/>
              </a:lnSpc>
              <a:spcBef>
                <a:spcPts val="525"/>
              </a:spcBef>
              <a:spcAft>
                <a:spcPts val="0"/>
              </a:spcAft>
              <a:buClr>
                <a:schemeClr val="dk1"/>
              </a:buClr>
              <a:buSzPts val="2100"/>
              <a:buNone/>
              <a:defRPr b="1" sz="2100"/>
            </a:lvl2pPr>
            <a:lvl3pPr indent="-228600" lvl="2" marL="1371600" algn="l">
              <a:lnSpc>
                <a:spcPct val="90000"/>
              </a:lnSpc>
              <a:spcBef>
                <a:spcPts val="525"/>
              </a:spcBef>
              <a:spcAft>
                <a:spcPts val="0"/>
              </a:spcAft>
              <a:buClr>
                <a:schemeClr val="dk1"/>
              </a:buClr>
              <a:buSzPts val="1890"/>
              <a:buNone/>
              <a:defRPr b="1" sz="1890"/>
            </a:lvl3pPr>
            <a:lvl4pPr indent="-228600" lvl="3" marL="1828800" algn="l">
              <a:lnSpc>
                <a:spcPct val="90000"/>
              </a:lnSpc>
              <a:spcBef>
                <a:spcPts val="525"/>
              </a:spcBef>
              <a:spcAft>
                <a:spcPts val="0"/>
              </a:spcAft>
              <a:buClr>
                <a:schemeClr val="dk1"/>
              </a:buClr>
              <a:buSzPts val="1680"/>
              <a:buNone/>
              <a:defRPr b="1" sz="1679"/>
            </a:lvl4pPr>
            <a:lvl5pPr indent="-228600" lvl="4" marL="2286000" algn="l">
              <a:lnSpc>
                <a:spcPct val="90000"/>
              </a:lnSpc>
              <a:spcBef>
                <a:spcPts val="525"/>
              </a:spcBef>
              <a:spcAft>
                <a:spcPts val="0"/>
              </a:spcAft>
              <a:buClr>
                <a:schemeClr val="dk1"/>
              </a:buClr>
              <a:buSzPts val="1680"/>
              <a:buNone/>
              <a:defRPr b="1" sz="1679"/>
            </a:lvl5pPr>
            <a:lvl6pPr indent="-228600" lvl="5" marL="2743200" algn="l">
              <a:lnSpc>
                <a:spcPct val="90000"/>
              </a:lnSpc>
              <a:spcBef>
                <a:spcPts val="525"/>
              </a:spcBef>
              <a:spcAft>
                <a:spcPts val="0"/>
              </a:spcAft>
              <a:buClr>
                <a:schemeClr val="dk1"/>
              </a:buClr>
              <a:buSzPts val="1680"/>
              <a:buNone/>
              <a:defRPr b="1" sz="1679"/>
            </a:lvl6pPr>
            <a:lvl7pPr indent="-228600" lvl="6" marL="3200400" algn="l">
              <a:lnSpc>
                <a:spcPct val="90000"/>
              </a:lnSpc>
              <a:spcBef>
                <a:spcPts val="525"/>
              </a:spcBef>
              <a:spcAft>
                <a:spcPts val="0"/>
              </a:spcAft>
              <a:buClr>
                <a:schemeClr val="dk1"/>
              </a:buClr>
              <a:buSzPts val="1680"/>
              <a:buNone/>
              <a:defRPr b="1" sz="1679"/>
            </a:lvl7pPr>
            <a:lvl8pPr indent="-228600" lvl="7" marL="3657600" algn="l">
              <a:lnSpc>
                <a:spcPct val="90000"/>
              </a:lnSpc>
              <a:spcBef>
                <a:spcPts val="525"/>
              </a:spcBef>
              <a:spcAft>
                <a:spcPts val="0"/>
              </a:spcAft>
              <a:buClr>
                <a:schemeClr val="dk1"/>
              </a:buClr>
              <a:buSzPts val="1680"/>
              <a:buNone/>
              <a:defRPr b="1" sz="1679"/>
            </a:lvl8pPr>
            <a:lvl9pPr indent="-228600" lvl="8" marL="4114800" algn="l">
              <a:lnSpc>
                <a:spcPct val="90000"/>
              </a:lnSpc>
              <a:spcBef>
                <a:spcPts val="525"/>
              </a:spcBef>
              <a:spcAft>
                <a:spcPts val="0"/>
              </a:spcAft>
              <a:buClr>
                <a:schemeClr val="dk1"/>
              </a:buClr>
              <a:buSzPts val="1680"/>
              <a:buNone/>
              <a:defRPr b="1" sz="1679"/>
            </a:lvl9pPr>
          </a:lstStyle>
          <a:p/>
        </p:txBody>
      </p:sp>
      <p:sp>
        <p:nvSpPr>
          <p:cNvPr id="52" name="Google Shape;52;g1de21d876e4_3_31"/>
          <p:cNvSpPr txBox="1"/>
          <p:nvPr>
            <p:ph idx="4" type="body"/>
          </p:nvPr>
        </p:nvSpPr>
        <p:spPr>
          <a:xfrm>
            <a:off x="6480810" y="2839085"/>
            <a:ext cx="5442300" cy="4176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50"/>
              </a:spcBef>
              <a:spcAft>
                <a:spcPts val="0"/>
              </a:spcAft>
              <a:buClr>
                <a:schemeClr val="dk1"/>
              </a:buClr>
              <a:buSzPts val="1800"/>
              <a:buChar char="•"/>
              <a:defRPr/>
            </a:lvl1pPr>
            <a:lvl2pPr indent="-342900" lvl="1" marL="914400" algn="l">
              <a:lnSpc>
                <a:spcPct val="90000"/>
              </a:lnSpc>
              <a:spcBef>
                <a:spcPts val="525"/>
              </a:spcBef>
              <a:spcAft>
                <a:spcPts val="0"/>
              </a:spcAft>
              <a:buClr>
                <a:schemeClr val="dk1"/>
              </a:buClr>
              <a:buSzPts val="1800"/>
              <a:buChar char="•"/>
              <a:defRPr/>
            </a:lvl2pPr>
            <a:lvl3pPr indent="-342900" lvl="2" marL="1371600" algn="l">
              <a:lnSpc>
                <a:spcPct val="90000"/>
              </a:lnSpc>
              <a:spcBef>
                <a:spcPts val="525"/>
              </a:spcBef>
              <a:spcAft>
                <a:spcPts val="0"/>
              </a:spcAft>
              <a:buClr>
                <a:schemeClr val="dk1"/>
              </a:buClr>
              <a:buSzPts val="1800"/>
              <a:buChar char="•"/>
              <a:defRPr/>
            </a:lvl3pPr>
            <a:lvl4pPr indent="-342900" lvl="3" marL="1828800" algn="l">
              <a:lnSpc>
                <a:spcPct val="90000"/>
              </a:lnSpc>
              <a:spcBef>
                <a:spcPts val="525"/>
              </a:spcBef>
              <a:spcAft>
                <a:spcPts val="0"/>
              </a:spcAft>
              <a:buClr>
                <a:schemeClr val="dk1"/>
              </a:buClr>
              <a:buSzPts val="1800"/>
              <a:buChar char="•"/>
              <a:defRPr/>
            </a:lvl4pPr>
            <a:lvl5pPr indent="-342900" lvl="4" marL="2286000" algn="l">
              <a:lnSpc>
                <a:spcPct val="90000"/>
              </a:lnSpc>
              <a:spcBef>
                <a:spcPts val="525"/>
              </a:spcBef>
              <a:spcAft>
                <a:spcPts val="0"/>
              </a:spcAft>
              <a:buClr>
                <a:schemeClr val="dk1"/>
              </a:buClr>
              <a:buSzPts val="1800"/>
              <a:buChar char="•"/>
              <a:defRPr/>
            </a:lvl5pPr>
            <a:lvl6pPr indent="-342900" lvl="5" marL="2743200" algn="l">
              <a:lnSpc>
                <a:spcPct val="90000"/>
              </a:lnSpc>
              <a:spcBef>
                <a:spcPts val="525"/>
              </a:spcBef>
              <a:spcAft>
                <a:spcPts val="0"/>
              </a:spcAft>
              <a:buClr>
                <a:schemeClr val="dk1"/>
              </a:buClr>
              <a:buSzPts val="1800"/>
              <a:buChar char="•"/>
              <a:defRPr/>
            </a:lvl6pPr>
            <a:lvl7pPr indent="-342900" lvl="6" marL="3200400" algn="l">
              <a:lnSpc>
                <a:spcPct val="90000"/>
              </a:lnSpc>
              <a:spcBef>
                <a:spcPts val="525"/>
              </a:spcBef>
              <a:spcAft>
                <a:spcPts val="0"/>
              </a:spcAft>
              <a:buClr>
                <a:schemeClr val="dk1"/>
              </a:buClr>
              <a:buSzPts val="1800"/>
              <a:buChar char="•"/>
              <a:defRPr/>
            </a:lvl7pPr>
            <a:lvl8pPr indent="-342900" lvl="7" marL="3657600" algn="l">
              <a:lnSpc>
                <a:spcPct val="90000"/>
              </a:lnSpc>
              <a:spcBef>
                <a:spcPts val="525"/>
              </a:spcBef>
              <a:spcAft>
                <a:spcPts val="0"/>
              </a:spcAft>
              <a:buClr>
                <a:schemeClr val="dk1"/>
              </a:buClr>
              <a:buSzPts val="1800"/>
              <a:buChar char="•"/>
              <a:defRPr/>
            </a:lvl8pPr>
            <a:lvl9pPr indent="-342900" lvl="8" marL="4114800" algn="l">
              <a:lnSpc>
                <a:spcPct val="90000"/>
              </a:lnSpc>
              <a:spcBef>
                <a:spcPts val="525"/>
              </a:spcBef>
              <a:spcAft>
                <a:spcPts val="0"/>
              </a:spcAft>
              <a:buClr>
                <a:schemeClr val="dk1"/>
              </a:buClr>
              <a:buSzPts val="1800"/>
              <a:buChar char="•"/>
              <a:defRPr/>
            </a:lvl9pPr>
          </a:lstStyle>
          <a:p/>
        </p:txBody>
      </p:sp>
      <p:sp>
        <p:nvSpPr>
          <p:cNvPr id="53" name="Google Shape;53;g1de21d876e4_3_31"/>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g1de21d876e4_3_31"/>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g1de21d876e4_3_31"/>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showMasterSp="0" type="titleOnly">
  <p:cSld name="TITLE_ONLY">
    <p:spTree>
      <p:nvGrpSpPr>
        <p:cNvPr id="56" name="Shape 56"/>
        <p:cNvGrpSpPr/>
        <p:nvPr/>
      </p:nvGrpSpPr>
      <p:grpSpPr>
        <a:xfrm>
          <a:off x="0" y="0"/>
          <a:ext cx="0" cy="0"/>
          <a:chOff x="0" y="0"/>
          <a:chExt cx="0" cy="0"/>
        </a:xfrm>
      </p:grpSpPr>
      <p:sp>
        <p:nvSpPr>
          <p:cNvPr id="57" name="Google Shape;57;g1de21d876e4_3_40"/>
          <p:cNvSpPr txBox="1"/>
          <p:nvPr>
            <p:ph type="title"/>
          </p:nvPr>
        </p:nvSpPr>
        <p:spPr>
          <a:xfrm>
            <a:off x="880110" y="413809"/>
            <a:ext cx="11041500" cy="1502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g1de21d876e4_3_40"/>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g1de21d876e4_3_40"/>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g1de21d876e4_3_40"/>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61" name="Shape 61"/>
        <p:cNvGrpSpPr/>
        <p:nvPr/>
      </p:nvGrpSpPr>
      <p:grpSpPr>
        <a:xfrm>
          <a:off x="0" y="0"/>
          <a:ext cx="0" cy="0"/>
          <a:chOff x="0" y="0"/>
          <a:chExt cx="0" cy="0"/>
        </a:xfrm>
      </p:grpSpPr>
      <p:sp>
        <p:nvSpPr>
          <p:cNvPr id="62" name="Google Shape;62;g1de21d876e4_3_56"/>
          <p:cNvSpPr txBox="1"/>
          <p:nvPr>
            <p:ph type="title"/>
          </p:nvPr>
        </p:nvSpPr>
        <p:spPr>
          <a:xfrm>
            <a:off x="881778" y="518160"/>
            <a:ext cx="4128900" cy="1813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360"/>
              <a:buFont typeface="Calibri"/>
              <a:buNone/>
              <a:defRPr sz="335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g1de21d876e4_3_56"/>
          <p:cNvSpPr/>
          <p:nvPr>
            <p:ph idx="2" type="pic"/>
          </p:nvPr>
        </p:nvSpPr>
        <p:spPr>
          <a:xfrm>
            <a:off x="5442347" y="1119082"/>
            <a:ext cx="6480900" cy="5523300"/>
          </a:xfrm>
          <a:prstGeom prst="rect">
            <a:avLst/>
          </a:prstGeom>
          <a:noFill/>
          <a:ln>
            <a:noFill/>
          </a:ln>
        </p:spPr>
      </p:sp>
      <p:sp>
        <p:nvSpPr>
          <p:cNvPr id="64" name="Google Shape;64;g1de21d876e4_3_56"/>
          <p:cNvSpPr txBox="1"/>
          <p:nvPr>
            <p:ph idx="1" type="body"/>
          </p:nvPr>
        </p:nvSpPr>
        <p:spPr>
          <a:xfrm>
            <a:off x="881778" y="2331720"/>
            <a:ext cx="4128900" cy="4319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50"/>
              </a:spcBef>
              <a:spcAft>
                <a:spcPts val="0"/>
              </a:spcAft>
              <a:buClr>
                <a:schemeClr val="dk1"/>
              </a:buClr>
              <a:buSzPts val="1680"/>
              <a:buNone/>
              <a:defRPr sz="1679"/>
            </a:lvl1pPr>
            <a:lvl2pPr indent="-228600" lvl="1" marL="914400" algn="l">
              <a:lnSpc>
                <a:spcPct val="90000"/>
              </a:lnSpc>
              <a:spcBef>
                <a:spcPts val="525"/>
              </a:spcBef>
              <a:spcAft>
                <a:spcPts val="0"/>
              </a:spcAft>
              <a:buClr>
                <a:schemeClr val="dk1"/>
              </a:buClr>
              <a:buSzPts val="1470"/>
              <a:buNone/>
              <a:defRPr sz="1470"/>
            </a:lvl2pPr>
            <a:lvl3pPr indent="-228600" lvl="2" marL="1371600" algn="l">
              <a:lnSpc>
                <a:spcPct val="90000"/>
              </a:lnSpc>
              <a:spcBef>
                <a:spcPts val="525"/>
              </a:spcBef>
              <a:spcAft>
                <a:spcPts val="0"/>
              </a:spcAft>
              <a:buClr>
                <a:schemeClr val="dk1"/>
              </a:buClr>
              <a:buSzPts val="1260"/>
              <a:buNone/>
              <a:defRPr sz="1260"/>
            </a:lvl3pPr>
            <a:lvl4pPr indent="-228600" lvl="3" marL="1828800" algn="l">
              <a:lnSpc>
                <a:spcPct val="90000"/>
              </a:lnSpc>
              <a:spcBef>
                <a:spcPts val="525"/>
              </a:spcBef>
              <a:spcAft>
                <a:spcPts val="0"/>
              </a:spcAft>
              <a:buClr>
                <a:schemeClr val="dk1"/>
              </a:buClr>
              <a:buSzPts val="1050"/>
              <a:buNone/>
              <a:defRPr sz="1050"/>
            </a:lvl4pPr>
            <a:lvl5pPr indent="-228600" lvl="4" marL="2286000" algn="l">
              <a:lnSpc>
                <a:spcPct val="90000"/>
              </a:lnSpc>
              <a:spcBef>
                <a:spcPts val="525"/>
              </a:spcBef>
              <a:spcAft>
                <a:spcPts val="0"/>
              </a:spcAft>
              <a:buClr>
                <a:schemeClr val="dk1"/>
              </a:buClr>
              <a:buSzPts val="1050"/>
              <a:buNone/>
              <a:defRPr sz="1050"/>
            </a:lvl5pPr>
            <a:lvl6pPr indent="-228600" lvl="5" marL="2743200" algn="l">
              <a:lnSpc>
                <a:spcPct val="90000"/>
              </a:lnSpc>
              <a:spcBef>
                <a:spcPts val="525"/>
              </a:spcBef>
              <a:spcAft>
                <a:spcPts val="0"/>
              </a:spcAft>
              <a:buClr>
                <a:schemeClr val="dk1"/>
              </a:buClr>
              <a:buSzPts val="1050"/>
              <a:buNone/>
              <a:defRPr sz="1050"/>
            </a:lvl6pPr>
            <a:lvl7pPr indent="-228600" lvl="6" marL="3200400" algn="l">
              <a:lnSpc>
                <a:spcPct val="90000"/>
              </a:lnSpc>
              <a:spcBef>
                <a:spcPts val="525"/>
              </a:spcBef>
              <a:spcAft>
                <a:spcPts val="0"/>
              </a:spcAft>
              <a:buClr>
                <a:schemeClr val="dk1"/>
              </a:buClr>
              <a:buSzPts val="1050"/>
              <a:buNone/>
              <a:defRPr sz="1050"/>
            </a:lvl7pPr>
            <a:lvl8pPr indent="-228600" lvl="7" marL="3657600" algn="l">
              <a:lnSpc>
                <a:spcPct val="90000"/>
              </a:lnSpc>
              <a:spcBef>
                <a:spcPts val="525"/>
              </a:spcBef>
              <a:spcAft>
                <a:spcPts val="0"/>
              </a:spcAft>
              <a:buClr>
                <a:schemeClr val="dk1"/>
              </a:buClr>
              <a:buSzPts val="1050"/>
              <a:buNone/>
              <a:defRPr sz="1050"/>
            </a:lvl8pPr>
            <a:lvl9pPr indent="-228600" lvl="8" marL="4114800" algn="l">
              <a:lnSpc>
                <a:spcPct val="90000"/>
              </a:lnSpc>
              <a:spcBef>
                <a:spcPts val="525"/>
              </a:spcBef>
              <a:spcAft>
                <a:spcPts val="0"/>
              </a:spcAft>
              <a:buClr>
                <a:schemeClr val="dk1"/>
              </a:buClr>
              <a:buSzPts val="1050"/>
              <a:buNone/>
              <a:defRPr sz="1050"/>
            </a:lvl9pPr>
          </a:lstStyle>
          <a:p/>
        </p:txBody>
      </p:sp>
      <p:sp>
        <p:nvSpPr>
          <p:cNvPr id="65" name="Google Shape;65;g1de21d876e4_3_56"/>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g1de21d876e4_3_56"/>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g1de21d876e4_3_56"/>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showMasterSp="0" type="vertTx">
  <p:cSld name="VERTICAL_TEXT">
    <p:spTree>
      <p:nvGrpSpPr>
        <p:cNvPr id="68" name="Shape 68"/>
        <p:cNvGrpSpPr/>
        <p:nvPr/>
      </p:nvGrpSpPr>
      <p:grpSpPr>
        <a:xfrm>
          <a:off x="0" y="0"/>
          <a:ext cx="0" cy="0"/>
          <a:chOff x="0" y="0"/>
          <a:chExt cx="0" cy="0"/>
        </a:xfrm>
      </p:grpSpPr>
      <p:sp>
        <p:nvSpPr>
          <p:cNvPr id="69" name="Google Shape;69;g1de21d876e4_3_63"/>
          <p:cNvSpPr txBox="1"/>
          <p:nvPr>
            <p:ph type="title"/>
          </p:nvPr>
        </p:nvSpPr>
        <p:spPr>
          <a:xfrm>
            <a:off x="880110" y="413809"/>
            <a:ext cx="11041500" cy="1502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1de21d876e4_3_63"/>
          <p:cNvSpPr txBox="1"/>
          <p:nvPr>
            <p:ph idx="1" type="body"/>
          </p:nvPr>
        </p:nvSpPr>
        <p:spPr>
          <a:xfrm rot="5400000">
            <a:off x="3935040" y="-986008"/>
            <a:ext cx="4931400" cy="110415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50"/>
              </a:spcBef>
              <a:spcAft>
                <a:spcPts val="0"/>
              </a:spcAft>
              <a:buClr>
                <a:schemeClr val="dk1"/>
              </a:buClr>
              <a:buSzPts val="1800"/>
              <a:buChar char="•"/>
              <a:defRPr/>
            </a:lvl1pPr>
            <a:lvl2pPr indent="-342900" lvl="1" marL="914400" algn="l">
              <a:lnSpc>
                <a:spcPct val="90000"/>
              </a:lnSpc>
              <a:spcBef>
                <a:spcPts val="525"/>
              </a:spcBef>
              <a:spcAft>
                <a:spcPts val="0"/>
              </a:spcAft>
              <a:buClr>
                <a:schemeClr val="dk1"/>
              </a:buClr>
              <a:buSzPts val="1800"/>
              <a:buChar char="•"/>
              <a:defRPr/>
            </a:lvl2pPr>
            <a:lvl3pPr indent="-342900" lvl="2" marL="1371600" algn="l">
              <a:lnSpc>
                <a:spcPct val="90000"/>
              </a:lnSpc>
              <a:spcBef>
                <a:spcPts val="525"/>
              </a:spcBef>
              <a:spcAft>
                <a:spcPts val="0"/>
              </a:spcAft>
              <a:buClr>
                <a:schemeClr val="dk1"/>
              </a:buClr>
              <a:buSzPts val="1800"/>
              <a:buChar char="•"/>
              <a:defRPr/>
            </a:lvl3pPr>
            <a:lvl4pPr indent="-342900" lvl="3" marL="1828800" algn="l">
              <a:lnSpc>
                <a:spcPct val="90000"/>
              </a:lnSpc>
              <a:spcBef>
                <a:spcPts val="525"/>
              </a:spcBef>
              <a:spcAft>
                <a:spcPts val="0"/>
              </a:spcAft>
              <a:buClr>
                <a:schemeClr val="dk1"/>
              </a:buClr>
              <a:buSzPts val="1800"/>
              <a:buChar char="•"/>
              <a:defRPr/>
            </a:lvl4pPr>
            <a:lvl5pPr indent="-342900" lvl="4" marL="2286000" algn="l">
              <a:lnSpc>
                <a:spcPct val="90000"/>
              </a:lnSpc>
              <a:spcBef>
                <a:spcPts val="525"/>
              </a:spcBef>
              <a:spcAft>
                <a:spcPts val="0"/>
              </a:spcAft>
              <a:buClr>
                <a:schemeClr val="dk1"/>
              </a:buClr>
              <a:buSzPts val="1800"/>
              <a:buChar char="•"/>
              <a:defRPr/>
            </a:lvl5pPr>
            <a:lvl6pPr indent="-342900" lvl="5" marL="2743200" algn="l">
              <a:lnSpc>
                <a:spcPct val="90000"/>
              </a:lnSpc>
              <a:spcBef>
                <a:spcPts val="525"/>
              </a:spcBef>
              <a:spcAft>
                <a:spcPts val="0"/>
              </a:spcAft>
              <a:buClr>
                <a:schemeClr val="dk1"/>
              </a:buClr>
              <a:buSzPts val="1800"/>
              <a:buChar char="•"/>
              <a:defRPr/>
            </a:lvl6pPr>
            <a:lvl7pPr indent="-342900" lvl="6" marL="3200400" algn="l">
              <a:lnSpc>
                <a:spcPct val="90000"/>
              </a:lnSpc>
              <a:spcBef>
                <a:spcPts val="525"/>
              </a:spcBef>
              <a:spcAft>
                <a:spcPts val="0"/>
              </a:spcAft>
              <a:buClr>
                <a:schemeClr val="dk1"/>
              </a:buClr>
              <a:buSzPts val="1800"/>
              <a:buChar char="•"/>
              <a:defRPr/>
            </a:lvl7pPr>
            <a:lvl8pPr indent="-342900" lvl="7" marL="3657600" algn="l">
              <a:lnSpc>
                <a:spcPct val="90000"/>
              </a:lnSpc>
              <a:spcBef>
                <a:spcPts val="525"/>
              </a:spcBef>
              <a:spcAft>
                <a:spcPts val="0"/>
              </a:spcAft>
              <a:buClr>
                <a:schemeClr val="dk1"/>
              </a:buClr>
              <a:buSzPts val="1800"/>
              <a:buChar char="•"/>
              <a:defRPr/>
            </a:lvl8pPr>
            <a:lvl9pPr indent="-342900" lvl="8" marL="4114800" algn="l">
              <a:lnSpc>
                <a:spcPct val="90000"/>
              </a:lnSpc>
              <a:spcBef>
                <a:spcPts val="525"/>
              </a:spcBef>
              <a:spcAft>
                <a:spcPts val="0"/>
              </a:spcAft>
              <a:buClr>
                <a:schemeClr val="dk1"/>
              </a:buClr>
              <a:buSzPts val="1800"/>
              <a:buChar char="•"/>
              <a:defRPr/>
            </a:lvl9pPr>
          </a:lstStyle>
          <a:p/>
        </p:txBody>
      </p:sp>
      <p:sp>
        <p:nvSpPr>
          <p:cNvPr id="71" name="Google Shape;71;g1de21d876e4_3_63"/>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1de21d876e4_3_63"/>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1de21d876e4_3_63"/>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74" name="Shape 74"/>
        <p:cNvGrpSpPr/>
        <p:nvPr/>
      </p:nvGrpSpPr>
      <p:grpSpPr>
        <a:xfrm>
          <a:off x="0" y="0"/>
          <a:ext cx="0" cy="0"/>
          <a:chOff x="0" y="0"/>
          <a:chExt cx="0" cy="0"/>
        </a:xfrm>
      </p:grpSpPr>
      <p:sp>
        <p:nvSpPr>
          <p:cNvPr id="75" name="Google Shape;75;g1de21d876e4_3_69"/>
          <p:cNvSpPr txBox="1"/>
          <p:nvPr>
            <p:ph type="title"/>
          </p:nvPr>
        </p:nvSpPr>
        <p:spPr>
          <a:xfrm rot="5400000">
            <a:off x="7247940" y="2327058"/>
            <a:ext cx="6586800" cy="2760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1de21d876e4_3_69"/>
          <p:cNvSpPr txBox="1"/>
          <p:nvPr>
            <p:ph idx="1" type="body"/>
          </p:nvPr>
        </p:nvSpPr>
        <p:spPr>
          <a:xfrm rot="5400000">
            <a:off x="1647225" y="-353292"/>
            <a:ext cx="6586800" cy="8121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50"/>
              </a:spcBef>
              <a:spcAft>
                <a:spcPts val="0"/>
              </a:spcAft>
              <a:buClr>
                <a:schemeClr val="dk1"/>
              </a:buClr>
              <a:buSzPts val="1800"/>
              <a:buChar char="•"/>
              <a:defRPr/>
            </a:lvl1pPr>
            <a:lvl2pPr indent="-342900" lvl="1" marL="914400" algn="l">
              <a:lnSpc>
                <a:spcPct val="90000"/>
              </a:lnSpc>
              <a:spcBef>
                <a:spcPts val="525"/>
              </a:spcBef>
              <a:spcAft>
                <a:spcPts val="0"/>
              </a:spcAft>
              <a:buClr>
                <a:schemeClr val="dk1"/>
              </a:buClr>
              <a:buSzPts val="1800"/>
              <a:buChar char="•"/>
              <a:defRPr/>
            </a:lvl2pPr>
            <a:lvl3pPr indent="-342900" lvl="2" marL="1371600" algn="l">
              <a:lnSpc>
                <a:spcPct val="90000"/>
              </a:lnSpc>
              <a:spcBef>
                <a:spcPts val="525"/>
              </a:spcBef>
              <a:spcAft>
                <a:spcPts val="0"/>
              </a:spcAft>
              <a:buClr>
                <a:schemeClr val="dk1"/>
              </a:buClr>
              <a:buSzPts val="1800"/>
              <a:buChar char="•"/>
              <a:defRPr/>
            </a:lvl3pPr>
            <a:lvl4pPr indent="-342900" lvl="3" marL="1828800" algn="l">
              <a:lnSpc>
                <a:spcPct val="90000"/>
              </a:lnSpc>
              <a:spcBef>
                <a:spcPts val="525"/>
              </a:spcBef>
              <a:spcAft>
                <a:spcPts val="0"/>
              </a:spcAft>
              <a:buClr>
                <a:schemeClr val="dk1"/>
              </a:buClr>
              <a:buSzPts val="1800"/>
              <a:buChar char="•"/>
              <a:defRPr/>
            </a:lvl4pPr>
            <a:lvl5pPr indent="-342900" lvl="4" marL="2286000" algn="l">
              <a:lnSpc>
                <a:spcPct val="90000"/>
              </a:lnSpc>
              <a:spcBef>
                <a:spcPts val="525"/>
              </a:spcBef>
              <a:spcAft>
                <a:spcPts val="0"/>
              </a:spcAft>
              <a:buClr>
                <a:schemeClr val="dk1"/>
              </a:buClr>
              <a:buSzPts val="1800"/>
              <a:buChar char="•"/>
              <a:defRPr/>
            </a:lvl5pPr>
            <a:lvl6pPr indent="-342900" lvl="5" marL="2743200" algn="l">
              <a:lnSpc>
                <a:spcPct val="90000"/>
              </a:lnSpc>
              <a:spcBef>
                <a:spcPts val="525"/>
              </a:spcBef>
              <a:spcAft>
                <a:spcPts val="0"/>
              </a:spcAft>
              <a:buClr>
                <a:schemeClr val="dk1"/>
              </a:buClr>
              <a:buSzPts val="1800"/>
              <a:buChar char="•"/>
              <a:defRPr/>
            </a:lvl6pPr>
            <a:lvl7pPr indent="-342900" lvl="6" marL="3200400" algn="l">
              <a:lnSpc>
                <a:spcPct val="90000"/>
              </a:lnSpc>
              <a:spcBef>
                <a:spcPts val="525"/>
              </a:spcBef>
              <a:spcAft>
                <a:spcPts val="0"/>
              </a:spcAft>
              <a:buClr>
                <a:schemeClr val="dk1"/>
              </a:buClr>
              <a:buSzPts val="1800"/>
              <a:buChar char="•"/>
              <a:defRPr/>
            </a:lvl7pPr>
            <a:lvl8pPr indent="-342900" lvl="7" marL="3657600" algn="l">
              <a:lnSpc>
                <a:spcPct val="90000"/>
              </a:lnSpc>
              <a:spcBef>
                <a:spcPts val="525"/>
              </a:spcBef>
              <a:spcAft>
                <a:spcPts val="0"/>
              </a:spcAft>
              <a:buClr>
                <a:schemeClr val="dk1"/>
              </a:buClr>
              <a:buSzPts val="1800"/>
              <a:buChar char="•"/>
              <a:defRPr/>
            </a:lvl8pPr>
            <a:lvl9pPr indent="-342900" lvl="8" marL="4114800" algn="l">
              <a:lnSpc>
                <a:spcPct val="90000"/>
              </a:lnSpc>
              <a:spcBef>
                <a:spcPts val="525"/>
              </a:spcBef>
              <a:spcAft>
                <a:spcPts val="0"/>
              </a:spcAft>
              <a:buClr>
                <a:schemeClr val="dk1"/>
              </a:buClr>
              <a:buSzPts val="1800"/>
              <a:buChar char="•"/>
              <a:defRPr/>
            </a:lvl9pPr>
          </a:lstStyle>
          <a:p/>
        </p:txBody>
      </p:sp>
      <p:sp>
        <p:nvSpPr>
          <p:cNvPr id="77" name="Google Shape;77;g1de21d876e4_3_69"/>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1de21d876e4_3_69"/>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g1de21d876e4_3_69"/>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g1de21d876e4_3_75"/>
          <p:cNvSpPr txBox="1"/>
          <p:nvPr>
            <p:ph type="title"/>
          </p:nvPr>
        </p:nvSpPr>
        <p:spPr>
          <a:xfrm>
            <a:off x="856107" y="3329717"/>
            <a:ext cx="11041500" cy="1204200"/>
          </a:xfrm>
          <a:prstGeom prst="rect">
            <a:avLst/>
          </a:prstGeom>
          <a:noFill/>
          <a:ln>
            <a:noFill/>
          </a:ln>
        </p:spPr>
        <p:txBody>
          <a:bodyPr anchorCtr="0" anchor="ctr" bIns="24625" lIns="49275" spcFirstLastPara="1" rIns="49275" wrap="square" tIns="24625">
            <a:noAutofit/>
          </a:bodyPr>
          <a:lstStyle>
            <a:lvl1pPr lvl="0" algn="l">
              <a:lnSpc>
                <a:spcPct val="90000"/>
              </a:lnSpc>
              <a:spcBef>
                <a:spcPts val="0"/>
              </a:spcBef>
              <a:spcAft>
                <a:spcPts val="0"/>
              </a:spcAft>
              <a:buClr>
                <a:schemeClr val="dk1"/>
              </a:buClr>
              <a:buSzPts val="1000"/>
              <a:buNone/>
              <a:defRPr sz="800"/>
            </a:lvl1pPr>
            <a:lvl2pPr lvl="1" algn="l">
              <a:lnSpc>
                <a:spcPct val="100000"/>
              </a:lnSpc>
              <a:spcBef>
                <a:spcPts val="0"/>
              </a:spcBef>
              <a:spcAft>
                <a:spcPts val="0"/>
              </a:spcAft>
              <a:buSzPts val="800"/>
              <a:buNone/>
              <a:defRPr sz="800"/>
            </a:lvl2pPr>
            <a:lvl3pPr lvl="2" algn="l">
              <a:lnSpc>
                <a:spcPct val="100000"/>
              </a:lnSpc>
              <a:spcBef>
                <a:spcPts val="0"/>
              </a:spcBef>
              <a:spcAft>
                <a:spcPts val="0"/>
              </a:spcAft>
              <a:buSzPts val="800"/>
              <a:buNone/>
              <a:defRPr sz="800"/>
            </a:lvl3pPr>
            <a:lvl4pPr lvl="3" algn="l">
              <a:lnSpc>
                <a:spcPct val="100000"/>
              </a:lnSpc>
              <a:spcBef>
                <a:spcPts val="0"/>
              </a:spcBef>
              <a:spcAft>
                <a:spcPts val="0"/>
              </a:spcAft>
              <a:buSzPts val="800"/>
              <a:buNone/>
              <a:defRPr sz="800"/>
            </a:lvl4pPr>
            <a:lvl5pPr lvl="4" algn="l">
              <a:lnSpc>
                <a:spcPct val="100000"/>
              </a:lnSpc>
              <a:spcBef>
                <a:spcPts val="0"/>
              </a:spcBef>
              <a:spcAft>
                <a:spcPts val="0"/>
              </a:spcAft>
              <a:buSzPts val="800"/>
              <a:buNone/>
              <a:defRPr sz="800"/>
            </a:lvl5pPr>
            <a:lvl6pPr lvl="5" algn="l">
              <a:lnSpc>
                <a:spcPct val="100000"/>
              </a:lnSpc>
              <a:spcBef>
                <a:spcPts val="0"/>
              </a:spcBef>
              <a:spcAft>
                <a:spcPts val="0"/>
              </a:spcAft>
              <a:buSzPts val="800"/>
              <a:buNone/>
              <a:defRPr sz="800"/>
            </a:lvl6pPr>
            <a:lvl7pPr lvl="6" algn="l">
              <a:lnSpc>
                <a:spcPct val="100000"/>
              </a:lnSpc>
              <a:spcBef>
                <a:spcPts val="0"/>
              </a:spcBef>
              <a:spcAft>
                <a:spcPts val="0"/>
              </a:spcAft>
              <a:buSzPts val="800"/>
              <a:buNone/>
              <a:defRPr sz="800"/>
            </a:lvl7pPr>
            <a:lvl8pPr lvl="7" algn="l">
              <a:lnSpc>
                <a:spcPct val="100000"/>
              </a:lnSpc>
              <a:spcBef>
                <a:spcPts val="0"/>
              </a:spcBef>
              <a:spcAft>
                <a:spcPts val="0"/>
              </a:spcAft>
              <a:buSzPts val="800"/>
              <a:buNone/>
              <a:defRPr sz="800"/>
            </a:lvl8pPr>
            <a:lvl9pPr lvl="8" algn="l">
              <a:lnSpc>
                <a:spcPct val="100000"/>
              </a:lnSpc>
              <a:spcBef>
                <a:spcPts val="0"/>
              </a:spcBef>
              <a:spcAft>
                <a:spcPts val="0"/>
              </a:spcAft>
              <a:buSzPts val="800"/>
              <a:buNone/>
              <a:defRPr sz="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3">
    <p:spTree>
      <p:nvGrpSpPr>
        <p:cNvPr id="82" name="Shape 82"/>
        <p:cNvGrpSpPr/>
        <p:nvPr/>
      </p:nvGrpSpPr>
      <p:grpSpPr>
        <a:xfrm>
          <a:off x="0" y="0"/>
          <a:ext cx="0" cy="0"/>
          <a:chOff x="0" y="0"/>
          <a:chExt cx="0" cy="0"/>
        </a:xfrm>
      </p:grpSpPr>
      <p:sp>
        <p:nvSpPr>
          <p:cNvPr id="83" name="Google Shape;83;g1de21d876e4_3_77"/>
          <p:cNvSpPr/>
          <p:nvPr/>
        </p:nvSpPr>
        <p:spPr>
          <a:xfrm>
            <a:off x="-93345" y="7228967"/>
            <a:ext cx="12975600" cy="543600"/>
          </a:xfrm>
          <a:prstGeom prst="rect">
            <a:avLst/>
          </a:prstGeom>
          <a:solidFill>
            <a:schemeClr val="dk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4" name="Google Shape;84;g1de21d876e4_3_77"/>
          <p:cNvGrpSpPr/>
          <p:nvPr/>
        </p:nvGrpSpPr>
        <p:grpSpPr>
          <a:xfrm>
            <a:off x="10273880" y="220051"/>
            <a:ext cx="3192475" cy="1629295"/>
            <a:chOff x="9073850" y="2449938"/>
            <a:chExt cx="858815" cy="406075"/>
          </a:xfrm>
        </p:grpSpPr>
        <p:sp>
          <p:nvSpPr>
            <p:cNvPr id="85" name="Google Shape;85;g1de21d876e4_3_77"/>
            <p:cNvSpPr/>
            <p:nvPr/>
          </p:nvSpPr>
          <p:spPr>
            <a:xfrm>
              <a:off x="9229750" y="2557863"/>
              <a:ext cx="530050" cy="3900"/>
            </a:xfrm>
            <a:custGeom>
              <a:rect b="b" l="l" r="r" t="t"/>
              <a:pathLst>
                <a:path extrusionOk="0" h="156" w="21202">
                  <a:moveTo>
                    <a:pt x="81" y="0"/>
                  </a:moveTo>
                  <a:cubicBezTo>
                    <a:pt x="38" y="0"/>
                    <a:pt x="0" y="32"/>
                    <a:pt x="0" y="81"/>
                  </a:cubicBezTo>
                  <a:cubicBezTo>
                    <a:pt x="0" y="124"/>
                    <a:pt x="38" y="156"/>
                    <a:pt x="81" y="156"/>
                  </a:cubicBezTo>
                  <a:lnTo>
                    <a:pt x="21121" y="156"/>
                  </a:lnTo>
                  <a:cubicBezTo>
                    <a:pt x="21164" y="156"/>
                    <a:pt x="21201" y="124"/>
                    <a:pt x="21201" y="81"/>
                  </a:cubicBezTo>
                  <a:cubicBezTo>
                    <a:pt x="21201" y="32"/>
                    <a:pt x="21164" y="0"/>
                    <a:pt x="21121" y="0"/>
                  </a:cubicBezTo>
                  <a:close/>
                </a:path>
              </a:pathLst>
            </a:custGeom>
            <a:solidFill>
              <a:schemeClr val="lt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1de21d876e4_3_77"/>
            <p:cNvSpPr/>
            <p:nvPr/>
          </p:nvSpPr>
          <p:spPr>
            <a:xfrm>
              <a:off x="9229750" y="2449938"/>
              <a:ext cx="530050" cy="3925"/>
            </a:xfrm>
            <a:custGeom>
              <a:rect b="b" l="l" r="r" t="t"/>
              <a:pathLst>
                <a:path extrusionOk="0" h="157" w="21202">
                  <a:moveTo>
                    <a:pt x="81" y="1"/>
                  </a:moveTo>
                  <a:cubicBezTo>
                    <a:pt x="38" y="1"/>
                    <a:pt x="0" y="33"/>
                    <a:pt x="0" y="76"/>
                  </a:cubicBezTo>
                  <a:cubicBezTo>
                    <a:pt x="0" y="124"/>
                    <a:pt x="38" y="156"/>
                    <a:pt x="81" y="156"/>
                  </a:cubicBezTo>
                  <a:lnTo>
                    <a:pt x="21121" y="156"/>
                  </a:lnTo>
                  <a:cubicBezTo>
                    <a:pt x="21164" y="156"/>
                    <a:pt x="21201" y="124"/>
                    <a:pt x="21201" y="76"/>
                  </a:cubicBezTo>
                  <a:cubicBezTo>
                    <a:pt x="21201" y="33"/>
                    <a:pt x="21164" y="1"/>
                    <a:pt x="21121" y="1"/>
                  </a:cubicBezTo>
                  <a:close/>
                </a:path>
              </a:pathLst>
            </a:custGeom>
            <a:solidFill>
              <a:schemeClr val="lt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1de21d876e4_3_77"/>
            <p:cNvSpPr/>
            <p:nvPr/>
          </p:nvSpPr>
          <p:spPr>
            <a:xfrm>
              <a:off x="9156365" y="2655988"/>
              <a:ext cx="776300" cy="4050"/>
            </a:xfrm>
            <a:custGeom>
              <a:rect b="b" l="l" r="r" t="t"/>
              <a:pathLst>
                <a:path extrusionOk="0" h="162" w="31052">
                  <a:moveTo>
                    <a:pt x="81" y="0"/>
                  </a:moveTo>
                  <a:cubicBezTo>
                    <a:pt x="38" y="0"/>
                    <a:pt x="0" y="38"/>
                    <a:pt x="0" y="81"/>
                  </a:cubicBezTo>
                  <a:cubicBezTo>
                    <a:pt x="0" y="124"/>
                    <a:pt x="38" y="161"/>
                    <a:pt x="81" y="161"/>
                  </a:cubicBezTo>
                  <a:lnTo>
                    <a:pt x="30971" y="161"/>
                  </a:lnTo>
                  <a:cubicBezTo>
                    <a:pt x="31014" y="161"/>
                    <a:pt x="31051" y="124"/>
                    <a:pt x="31051" y="81"/>
                  </a:cubicBezTo>
                  <a:cubicBezTo>
                    <a:pt x="31051" y="38"/>
                    <a:pt x="31014" y="0"/>
                    <a:pt x="30971" y="0"/>
                  </a:cubicBezTo>
                  <a:close/>
                </a:path>
              </a:pathLst>
            </a:custGeom>
            <a:solidFill>
              <a:schemeClr val="lt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1de21d876e4_3_77"/>
            <p:cNvSpPr/>
            <p:nvPr/>
          </p:nvSpPr>
          <p:spPr>
            <a:xfrm>
              <a:off x="9073850" y="2755838"/>
              <a:ext cx="687300" cy="4050"/>
            </a:xfrm>
            <a:custGeom>
              <a:rect b="b" l="l" r="r" t="t"/>
              <a:pathLst>
                <a:path extrusionOk="0" h="162" w="27492">
                  <a:moveTo>
                    <a:pt x="107" y="1"/>
                  </a:moveTo>
                  <a:cubicBezTo>
                    <a:pt x="0" y="1"/>
                    <a:pt x="0" y="162"/>
                    <a:pt x="107" y="162"/>
                  </a:cubicBezTo>
                  <a:lnTo>
                    <a:pt x="27384" y="162"/>
                  </a:lnTo>
                  <a:cubicBezTo>
                    <a:pt x="27491" y="162"/>
                    <a:pt x="27491" y="1"/>
                    <a:pt x="27384" y="1"/>
                  </a:cubicBezTo>
                  <a:close/>
                </a:path>
              </a:pathLst>
            </a:custGeom>
            <a:solidFill>
              <a:schemeClr val="lt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1de21d876e4_3_77"/>
            <p:cNvSpPr/>
            <p:nvPr/>
          </p:nvSpPr>
          <p:spPr>
            <a:xfrm>
              <a:off x="9472775" y="2557838"/>
              <a:ext cx="4050" cy="101125"/>
            </a:xfrm>
            <a:custGeom>
              <a:rect b="b" l="l" r="r" t="t"/>
              <a:pathLst>
                <a:path extrusionOk="0" h="4045" w="162">
                  <a:moveTo>
                    <a:pt x="89" y="1"/>
                  </a:moveTo>
                  <a:cubicBezTo>
                    <a:pt x="86" y="1"/>
                    <a:pt x="84" y="1"/>
                    <a:pt x="81" y="1"/>
                  </a:cubicBezTo>
                  <a:cubicBezTo>
                    <a:pt x="38" y="1"/>
                    <a:pt x="0" y="33"/>
                    <a:pt x="0" y="76"/>
                  </a:cubicBezTo>
                  <a:lnTo>
                    <a:pt x="0" y="3964"/>
                  </a:lnTo>
                  <a:cubicBezTo>
                    <a:pt x="0" y="4007"/>
                    <a:pt x="38" y="4044"/>
                    <a:pt x="81" y="4044"/>
                  </a:cubicBezTo>
                  <a:cubicBezTo>
                    <a:pt x="124" y="4044"/>
                    <a:pt x="161" y="4007"/>
                    <a:pt x="161" y="3964"/>
                  </a:cubicBezTo>
                  <a:lnTo>
                    <a:pt x="161" y="76"/>
                  </a:lnTo>
                  <a:cubicBezTo>
                    <a:pt x="161" y="36"/>
                    <a:pt x="128" y="1"/>
                    <a:pt x="89" y="1"/>
                  </a:cubicBezTo>
                  <a:close/>
                </a:path>
              </a:pathLst>
            </a:custGeom>
            <a:solidFill>
              <a:schemeClr val="lt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1de21d876e4_3_77"/>
            <p:cNvSpPr/>
            <p:nvPr/>
          </p:nvSpPr>
          <p:spPr>
            <a:xfrm>
              <a:off x="9614475" y="2451963"/>
              <a:ext cx="3900" cy="109800"/>
            </a:xfrm>
            <a:custGeom>
              <a:rect b="b" l="l" r="r" t="t"/>
              <a:pathLst>
                <a:path extrusionOk="0" h="4392" w="156">
                  <a:moveTo>
                    <a:pt x="80" y="0"/>
                  </a:moveTo>
                  <a:cubicBezTo>
                    <a:pt x="32" y="0"/>
                    <a:pt x="0" y="33"/>
                    <a:pt x="0" y="75"/>
                  </a:cubicBezTo>
                  <a:lnTo>
                    <a:pt x="0" y="4317"/>
                  </a:lnTo>
                  <a:cubicBezTo>
                    <a:pt x="0" y="4360"/>
                    <a:pt x="32" y="4392"/>
                    <a:pt x="80" y="4392"/>
                  </a:cubicBezTo>
                  <a:cubicBezTo>
                    <a:pt x="123" y="4392"/>
                    <a:pt x="156" y="4360"/>
                    <a:pt x="156" y="4317"/>
                  </a:cubicBezTo>
                  <a:lnTo>
                    <a:pt x="156" y="75"/>
                  </a:lnTo>
                  <a:cubicBezTo>
                    <a:pt x="156" y="33"/>
                    <a:pt x="123" y="0"/>
                    <a:pt x="80" y="0"/>
                  </a:cubicBezTo>
                  <a:close/>
                </a:path>
              </a:pathLst>
            </a:custGeom>
            <a:solidFill>
              <a:schemeClr val="lt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1de21d876e4_3_77"/>
            <p:cNvSpPr/>
            <p:nvPr/>
          </p:nvSpPr>
          <p:spPr>
            <a:xfrm>
              <a:off x="9656275" y="2656363"/>
              <a:ext cx="4050" cy="101125"/>
            </a:xfrm>
            <a:custGeom>
              <a:rect b="b" l="l" r="r" t="t"/>
              <a:pathLst>
                <a:path extrusionOk="0" h="4045" w="162">
                  <a:moveTo>
                    <a:pt x="73" y="1"/>
                  </a:moveTo>
                  <a:cubicBezTo>
                    <a:pt x="34" y="1"/>
                    <a:pt x="1" y="36"/>
                    <a:pt x="1" y="76"/>
                  </a:cubicBezTo>
                  <a:lnTo>
                    <a:pt x="1" y="3964"/>
                  </a:lnTo>
                  <a:cubicBezTo>
                    <a:pt x="1" y="4007"/>
                    <a:pt x="39" y="4044"/>
                    <a:pt x="81" y="4044"/>
                  </a:cubicBezTo>
                  <a:cubicBezTo>
                    <a:pt x="124" y="4044"/>
                    <a:pt x="162" y="4007"/>
                    <a:pt x="162" y="3964"/>
                  </a:cubicBezTo>
                  <a:lnTo>
                    <a:pt x="162" y="76"/>
                  </a:lnTo>
                  <a:cubicBezTo>
                    <a:pt x="162" y="36"/>
                    <a:pt x="129" y="1"/>
                    <a:pt x="90" y="1"/>
                  </a:cubicBezTo>
                  <a:cubicBezTo>
                    <a:pt x="87" y="1"/>
                    <a:pt x="84" y="1"/>
                    <a:pt x="81" y="1"/>
                  </a:cubicBezTo>
                  <a:cubicBezTo>
                    <a:pt x="79" y="1"/>
                    <a:pt x="76" y="1"/>
                    <a:pt x="73" y="1"/>
                  </a:cubicBezTo>
                  <a:close/>
                </a:path>
              </a:pathLst>
            </a:custGeom>
            <a:solidFill>
              <a:schemeClr val="lt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1de21d876e4_3_77"/>
            <p:cNvSpPr/>
            <p:nvPr/>
          </p:nvSpPr>
          <p:spPr>
            <a:xfrm>
              <a:off x="9472775" y="2754763"/>
              <a:ext cx="4050" cy="101250"/>
            </a:xfrm>
            <a:custGeom>
              <a:rect b="b" l="l" r="r" t="t"/>
              <a:pathLst>
                <a:path extrusionOk="0" h="4050" w="162">
                  <a:moveTo>
                    <a:pt x="81" y="1"/>
                  </a:moveTo>
                  <a:cubicBezTo>
                    <a:pt x="41" y="1"/>
                    <a:pt x="0" y="28"/>
                    <a:pt x="0" y="81"/>
                  </a:cubicBezTo>
                  <a:lnTo>
                    <a:pt x="0" y="3969"/>
                  </a:lnTo>
                  <a:cubicBezTo>
                    <a:pt x="0" y="4012"/>
                    <a:pt x="38" y="4049"/>
                    <a:pt x="81" y="4049"/>
                  </a:cubicBezTo>
                  <a:cubicBezTo>
                    <a:pt x="124" y="4049"/>
                    <a:pt x="161" y="4012"/>
                    <a:pt x="161" y="3969"/>
                  </a:cubicBezTo>
                  <a:lnTo>
                    <a:pt x="161" y="81"/>
                  </a:lnTo>
                  <a:cubicBezTo>
                    <a:pt x="161" y="28"/>
                    <a:pt x="121" y="1"/>
                    <a:pt x="81" y="1"/>
                  </a:cubicBezTo>
                  <a:close/>
                </a:path>
              </a:pathLst>
            </a:custGeom>
            <a:solidFill>
              <a:schemeClr val="lt2"/>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 name="Google Shape;93;g1de21d876e4_3_77"/>
          <p:cNvGrpSpPr/>
          <p:nvPr/>
        </p:nvGrpSpPr>
        <p:grpSpPr>
          <a:xfrm>
            <a:off x="22042" y="5091768"/>
            <a:ext cx="1820153" cy="2529595"/>
            <a:chOff x="6740300" y="5214225"/>
            <a:chExt cx="584075" cy="752050"/>
          </a:xfrm>
        </p:grpSpPr>
        <p:sp>
          <p:nvSpPr>
            <p:cNvPr id="94" name="Google Shape;94;g1de21d876e4_3_77"/>
            <p:cNvSpPr/>
            <p:nvPr/>
          </p:nvSpPr>
          <p:spPr>
            <a:xfrm>
              <a:off x="7029850" y="5402425"/>
              <a:ext cx="294525" cy="151500"/>
            </a:xfrm>
            <a:custGeom>
              <a:rect b="b" l="l" r="r" t="t"/>
              <a:pathLst>
                <a:path extrusionOk="0" h="6060" w="11781">
                  <a:moveTo>
                    <a:pt x="11781" y="1"/>
                  </a:moveTo>
                  <a:cubicBezTo>
                    <a:pt x="10231" y="457"/>
                    <a:pt x="8601" y="521"/>
                    <a:pt x="6998" y="698"/>
                  </a:cubicBezTo>
                  <a:cubicBezTo>
                    <a:pt x="5395" y="880"/>
                    <a:pt x="3759" y="1186"/>
                    <a:pt x="2397" y="2055"/>
                  </a:cubicBezTo>
                  <a:cubicBezTo>
                    <a:pt x="1035" y="2918"/>
                    <a:pt x="1" y="4451"/>
                    <a:pt x="135" y="6060"/>
                  </a:cubicBezTo>
                  <a:cubicBezTo>
                    <a:pt x="1293" y="5020"/>
                    <a:pt x="2612" y="4564"/>
                    <a:pt x="4124" y="4189"/>
                  </a:cubicBezTo>
                  <a:cubicBezTo>
                    <a:pt x="5631" y="3808"/>
                    <a:pt x="7180" y="3556"/>
                    <a:pt x="8617" y="2966"/>
                  </a:cubicBezTo>
                  <a:cubicBezTo>
                    <a:pt x="10054" y="2376"/>
                    <a:pt x="11164" y="1433"/>
                    <a:pt x="11781" y="1"/>
                  </a:cubicBezTo>
                  <a:close/>
                </a:path>
              </a:pathLst>
            </a:custGeom>
            <a:solidFill>
              <a:schemeClr val="accent5"/>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1de21d876e4_3_77"/>
            <p:cNvSpPr/>
            <p:nvPr/>
          </p:nvSpPr>
          <p:spPr>
            <a:xfrm>
              <a:off x="6939625" y="5214225"/>
              <a:ext cx="113050" cy="328450"/>
            </a:xfrm>
            <a:custGeom>
              <a:rect b="b" l="l" r="r" t="t"/>
              <a:pathLst>
                <a:path extrusionOk="0" h="13138" w="4522">
                  <a:moveTo>
                    <a:pt x="3132" y="1"/>
                  </a:moveTo>
                  <a:lnTo>
                    <a:pt x="3132" y="1"/>
                  </a:lnTo>
                  <a:cubicBezTo>
                    <a:pt x="585" y="3808"/>
                    <a:pt x="1" y="8853"/>
                    <a:pt x="1615" y="13138"/>
                  </a:cubicBezTo>
                  <a:cubicBezTo>
                    <a:pt x="3915" y="9148"/>
                    <a:pt x="4521" y="4398"/>
                    <a:pt x="3132" y="1"/>
                  </a:cubicBezTo>
                  <a:close/>
                </a:path>
              </a:pathLst>
            </a:custGeom>
            <a:solidFill>
              <a:schemeClr val="accent5"/>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1de21d876e4_3_77"/>
            <p:cNvSpPr/>
            <p:nvPr/>
          </p:nvSpPr>
          <p:spPr>
            <a:xfrm>
              <a:off x="6976775" y="5234200"/>
              <a:ext cx="313700" cy="525225"/>
            </a:xfrm>
            <a:custGeom>
              <a:rect b="b" l="l" r="r" t="t"/>
              <a:pathLst>
                <a:path extrusionOk="0" fill="none" h="21009" w="12548">
                  <a:moveTo>
                    <a:pt x="1507" y="1"/>
                  </a:moveTo>
                  <a:cubicBezTo>
                    <a:pt x="1507" y="1"/>
                    <a:pt x="215" y="6816"/>
                    <a:pt x="107" y="12478"/>
                  </a:cubicBezTo>
                  <a:cubicBezTo>
                    <a:pt x="0" y="18145"/>
                    <a:pt x="788" y="21009"/>
                    <a:pt x="788" y="21009"/>
                  </a:cubicBezTo>
                  <a:cubicBezTo>
                    <a:pt x="788" y="18070"/>
                    <a:pt x="2258" y="12789"/>
                    <a:pt x="2258" y="12789"/>
                  </a:cubicBezTo>
                  <a:cubicBezTo>
                    <a:pt x="2869" y="11132"/>
                    <a:pt x="3957" y="9679"/>
                    <a:pt x="5582" y="8928"/>
                  </a:cubicBezTo>
                  <a:cubicBezTo>
                    <a:pt x="6681" y="8424"/>
                    <a:pt x="7872" y="8167"/>
                    <a:pt x="9062" y="7985"/>
                  </a:cubicBezTo>
                  <a:cubicBezTo>
                    <a:pt x="10209" y="7808"/>
                    <a:pt x="11469" y="7808"/>
                    <a:pt x="12547" y="7352"/>
                  </a:cubicBezTo>
                </a:path>
              </a:pathLst>
            </a:custGeom>
            <a:noFill/>
            <a:ln cap="rnd" cmpd="sng" w="9525">
              <a:solidFill>
                <a:schemeClr val="dk1"/>
              </a:solidFill>
              <a:prstDash val="solid"/>
              <a:round/>
              <a:headEnd len="sm" w="sm" type="none"/>
              <a:tailEnd len="sm" w="sm" type="none"/>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1de21d876e4_3_77"/>
            <p:cNvSpPr/>
            <p:nvPr/>
          </p:nvSpPr>
          <p:spPr>
            <a:xfrm>
              <a:off x="6740300" y="5340875"/>
              <a:ext cx="195350" cy="212650"/>
            </a:xfrm>
            <a:custGeom>
              <a:rect b="b" l="l" r="r" t="t"/>
              <a:pathLst>
                <a:path extrusionOk="0" h="8506" w="7814">
                  <a:moveTo>
                    <a:pt x="1451" y="0"/>
                  </a:moveTo>
                  <a:cubicBezTo>
                    <a:pt x="936" y="0"/>
                    <a:pt x="424" y="125"/>
                    <a:pt x="1" y="377"/>
                  </a:cubicBezTo>
                  <a:cubicBezTo>
                    <a:pt x="548" y="522"/>
                    <a:pt x="1003" y="817"/>
                    <a:pt x="1320" y="1342"/>
                  </a:cubicBezTo>
                  <a:cubicBezTo>
                    <a:pt x="1636" y="1873"/>
                    <a:pt x="1936" y="2307"/>
                    <a:pt x="2092" y="2897"/>
                  </a:cubicBezTo>
                  <a:cubicBezTo>
                    <a:pt x="2810" y="5600"/>
                    <a:pt x="5073" y="7830"/>
                    <a:pt x="7786" y="8506"/>
                  </a:cubicBezTo>
                  <a:cubicBezTo>
                    <a:pt x="7786" y="8415"/>
                    <a:pt x="7813" y="8307"/>
                    <a:pt x="7786" y="8211"/>
                  </a:cubicBezTo>
                  <a:cubicBezTo>
                    <a:pt x="7400" y="6758"/>
                    <a:pt x="6274" y="4903"/>
                    <a:pt x="5298" y="3208"/>
                  </a:cubicBezTo>
                  <a:cubicBezTo>
                    <a:pt x="4751" y="2259"/>
                    <a:pt x="4076" y="1224"/>
                    <a:pt x="3202" y="554"/>
                  </a:cubicBezTo>
                  <a:cubicBezTo>
                    <a:pt x="2720" y="188"/>
                    <a:pt x="2083" y="0"/>
                    <a:pt x="1451" y="0"/>
                  </a:cubicBezTo>
                  <a:close/>
                </a:path>
              </a:pathLst>
            </a:custGeom>
            <a:solidFill>
              <a:schemeClr val="accent5"/>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g1de21d876e4_3_77"/>
            <p:cNvSpPr/>
            <p:nvPr/>
          </p:nvSpPr>
          <p:spPr>
            <a:xfrm>
              <a:off x="6759875" y="5323875"/>
              <a:ext cx="236625" cy="435550"/>
            </a:xfrm>
            <a:custGeom>
              <a:rect b="b" l="l" r="r" t="t"/>
              <a:pathLst>
                <a:path extrusionOk="0" fill="none" h="17422" w="9465">
                  <a:moveTo>
                    <a:pt x="1" y="934"/>
                  </a:moveTo>
                  <a:cubicBezTo>
                    <a:pt x="1" y="934"/>
                    <a:pt x="1968" y="1"/>
                    <a:pt x="4263" y="4087"/>
                  </a:cubicBezTo>
                  <a:cubicBezTo>
                    <a:pt x="6558" y="8172"/>
                    <a:pt x="7062" y="8891"/>
                    <a:pt x="7421" y="10001"/>
                  </a:cubicBezTo>
                  <a:cubicBezTo>
                    <a:pt x="7775" y="11111"/>
                    <a:pt x="9464" y="17422"/>
                    <a:pt x="9464" y="17422"/>
                  </a:cubicBezTo>
                </a:path>
              </a:pathLst>
            </a:custGeom>
            <a:noFill/>
            <a:ln cap="rnd" cmpd="sng" w="9525">
              <a:solidFill>
                <a:schemeClr val="dk1"/>
              </a:solidFill>
              <a:prstDash val="solid"/>
              <a:round/>
              <a:headEnd len="sm" w="sm" type="none"/>
              <a:tailEnd len="sm" w="sm" type="none"/>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g1de21d876e4_3_77"/>
            <p:cNvSpPr/>
            <p:nvPr/>
          </p:nvSpPr>
          <p:spPr>
            <a:xfrm>
              <a:off x="6809875" y="5911550"/>
              <a:ext cx="327900" cy="54725"/>
            </a:xfrm>
            <a:custGeom>
              <a:rect b="b" l="l" r="r" t="t"/>
              <a:pathLst>
                <a:path extrusionOk="0" h="2189" w="13116">
                  <a:moveTo>
                    <a:pt x="6558" y="1"/>
                  </a:moveTo>
                  <a:cubicBezTo>
                    <a:pt x="2939" y="1"/>
                    <a:pt x="1" y="488"/>
                    <a:pt x="1" y="1094"/>
                  </a:cubicBezTo>
                  <a:cubicBezTo>
                    <a:pt x="1" y="1700"/>
                    <a:pt x="2939" y="2188"/>
                    <a:pt x="6558" y="2188"/>
                  </a:cubicBezTo>
                  <a:cubicBezTo>
                    <a:pt x="10183" y="2188"/>
                    <a:pt x="13116" y="1700"/>
                    <a:pt x="13116" y="1094"/>
                  </a:cubicBezTo>
                  <a:cubicBezTo>
                    <a:pt x="13116" y="488"/>
                    <a:pt x="10183" y="1"/>
                    <a:pt x="6558" y="1"/>
                  </a:cubicBezTo>
                  <a:close/>
                </a:path>
              </a:pathLst>
            </a:custGeom>
            <a:solidFill>
              <a:schemeClr val="lt1"/>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g1de21d876e4_3_77"/>
            <p:cNvSpPr/>
            <p:nvPr/>
          </p:nvSpPr>
          <p:spPr>
            <a:xfrm>
              <a:off x="6841375" y="5637300"/>
              <a:ext cx="280600" cy="300425"/>
            </a:xfrm>
            <a:custGeom>
              <a:rect b="b" l="l" r="r" t="t"/>
              <a:pathLst>
                <a:path extrusionOk="0" h="12017" w="11224">
                  <a:moveTo>
                    <a:pt x="11223" y="0"/>
                  </a:moveTo>
                  <a:lnTo>
                    <a:pt x="8987" y="16"/>
                  </a:lnTo>
                  <a:lnTo>
                    <a:pt x="8800" y="16"/>
                  </a:lnTo>
                  <a:lnTo>
                    <a:pt x="3422" y="43"/>
                  </a:lnTo>
                  <a:lnTo>
                    <a:pt x="2875" y="43"/>
                  </a:lnTo>
                  <a:lnTo>
                    <a:pt x="1" y="59"/>
                  </a:lnTo>
                  <a:lnTo>
                    <a:pt x="178" y="901"/>
                  </a:lnTo>
                  <a:lnTo>
                    <a:pt x="215" y="1051"/>
                  </a:lnTo>
                  <a:lnTo>
                    <a:pt x="285" y="1389"/>
                  </a:lnTo>
                  <a:lnTo>
                    <a:pt x="317" y="1544"/>
                  </a:lnTo>
                  <a:lnTo>
                    <a:pt x="794" y="3769"/>
                  </a:lnTo>
                  <a:lnTo>
                    <a:pt x="832" y="3941"/>
                  </a:lnTo>
                  <a:lnTo>
                    <a:pt x="998" y="4697"/>
                  </a:lnTo>
                  <a:lnTo>
                    <a:pt x="1030" y="4853"/>
                  </a:lnTo>
                  <a:lnTo>
                    <a:pt x="1073" y="5046"/>
                  </a:lnTo>
                  <a:lnTo>
                    <a:pt x="1111" y="5223"/>
                  </a:lnTo>
                  <a:lnTo>
                    <a:pt x="1341" y="6306"/>
                  </a:lnTo>
                  <a:lnTo>
                    <a:pt x="1379" y="6467"/>
                  </a:lnTo>
                  <a:lnTo>
                    <a:pt x="1545" y="7255"/>
                  </a:lnTo>
                  <a:lnTo>
                    <a:pt x="1582" y="7416"/>
                  </a:lnTo>
                  <a:lnTo>
                    <a:pt x="2027" y="9485"/>
                  </a:lnTo>
                  <a:lnTo>
                    <a:pt x="2060" y="9646"/>
                  </a:lnTo>
                  <a:lnTo>
                    <a:pt x="2070" y="9694"/>
                  </a:lnTo>
                  <a:lnTo>
                    <a:pt x="2102" y="9850"/>
                  </a:lnTo>
                  <a:lnTo>
                    <a:pt x="2135" y="9989"/>
                  </a:lnTo>
                  <a:lnTo>
                    <a:pt x="2172" y="10161"/>
                  </a:lnTo>
                  <a:lnTo>
                    <a:pt x="2483" y="11609"/>
                  </a:lnTo>
                  <a:cubicBezTo>
                    <a:pt x="2483" y="11609"/>
                    <a:pt x="2885" y="11871"/>
                    <a:pt x="4435" y="11973"/>
                  </a:cubicBezTo>
                  <a:cubicBezTo>
                    <a:pt x="4489" y="11979"/>
                    <a:pt x="4542" y="11984"/>
                    <a:pt x="4596" y="11984"/>
                  </a:cubicBezTo>
                  <a:cubicBezTo>
                    <a:pt x="4934" y="12005"/>
                    <a:pt x="5325" y="12016"/>
                    <a:pt x="5775" y="12016"/>
                  </a:cubicBezTo>
                  <a:cubicBezTo>
                    <a:pt x="5824" y="12017"/>
                    <a:pt x="5873" y="12017"/>
                    <a:pt x="5921" y="12017"/>
                  </a:cubicBezTo>
                  <a:cubicBezTo>
                    <a:pt x="6452" y="12017"/>
                    <a:pt x="6982" y="11990"/>
                    <a:pt x="7513" y="11941"/>
                  </a:cubicBezTo>
                  <a:cubicBezTo>
                    <a:pt x="7690" y="11920"/>
                    <a:pt x="7851" y="11898"/>
                    <a:pt x="7985" y="11877"/>
                  </a:cubicBezTo>
                  <a:cubicBezTo>
                    <a:pt x="8671" y="11753"/>
                    <a:pt x="8800" y="11609"/>
                    <a:pt x="8800" y="11609"/>
                  </a:cubicBezTo>
                  <a:lnTo>
                    <a:pt x="8837" y="11416"/>
                  </a:lnTo>
                  <a:lnTo>
                    <a:pt x="8880" y="11217"/>
                  </a:lnTo>
                  <a:lnTo>
                    <a:pt x="8971" y="10772"/>
                  </a:lnTo>
                  <a:lnTo>
                    <a:pt x="9009" y="10606"/>
                  </a:lnTo>
                  <a:lnTo>
                    <a:pt x="9341" y="9008"/>
                  </a:lnTo>
                  <a:lnTo>
                    <a:pt x="9379" y="8836"/>
                  </a:lnTo>
                  <a:lnTo>
                    <a:pt x="9792" y="6869"/>
                  </a:lnTo>
                  <a:lnTo>
                    <a:pt x="9834" y="6665"/>
                  </a:lnTo>
                  <a:lnTo>
                    <a:pt x="9851" y="6584"/>
                  </a:lnTo>
                  <a:lnTo>
                    <a:pt x="9877" y="6461"/>
                  </a:lnTo>
                  <a:lnTo>
                    <a:pt x="9888" y="6413"/>
                  </a:lnTo>
                  <a:lnTo>
                    <a:pt x="9910" y="6295"/>
                  </a:lnTo>
                  <a:lnTo>
                    <a:pt x="10204" y="4890"/>
                  </a:lnTo>
                  <a:lnTo>
                    <a:pt x="10247" y="4670"/>
                  </a:lnTo>
                  <a:lnTo>
                    <a:pt x="10864" y="1737"/>
                  </a:lnTo>
                  <a:lnTo>
                    <a:pt x="10901" y="1560"/>
                  </a:lnTo>
                  <a:lnTo>
                    <a:pt x="10901" y="1544"/>
                  </a:lnTo>
                  <a:lnTo>
                    <a:pt x="10934" y="1378"/>
                  </a:lnTo>
                  <a:lnTo>
                    <a:pt x="11094" y="606"/>
                  </a:lnTo>
                  <a:lnTo>
                    <a:pt x="11127" y="450"/>
                  </a:lnTo>
                  <a:lnTo>
                    <a:pt x="11223" y="0"/>
                  </a:lnTo>
                  <a:close/>
                </a:path>
              </a:pathLst>
            </a:custGeom>
            <a:solidFill>
              <a:schemeClr val="accent3"/>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1de21d876e4_3_77"/>
            <p:cNvSpPr/>
            <p:nvPr/>
          </p:nvSpPr>
          <p:spPr>
            <a:xfrm>
              <a:off x="6845800" y="5638225"/>
              <a:ext cx="81125" cy="25350"/>
            </a:xfrm>
            <a:custGeom>
              <a:rect b="b" l="l" r="r" t="t"/>
              <a:pathLst>
                <a:path extrusionOk="0" h="1014" w="3245">
                  <a:moveTo>
                    <a:pt x="3245" y="1"/>
                  </a:moveTo>
                  <a:lnTo>
                    <a:pt x="2698" y="6"/>
                  </a:lnTo>
                  <a:cubicBezTo>
                    <a:pt x="1797" y="279"/>
                    <a:pt x="896" y="564"/>
                    <a:pt x="1" y="858"/>
                  </a:cubicBezTo>
                  <a:lnTo>
                    <a:pt x="38" y="1014"/>
                  </a:lnTo>
                  <a:cubicBezTo>
                    <a:pt x="1105" y="665"/>
                    <a:pt x="2172" y="328"/>
                    <a:pt x="3245" y="1"/>
                  </a:cubicBezTo>
                  <a:close/>
                </a:path>
              </a:pathLst>
            </a:custGeom>
            <a:solidFill>
              <a:schemeClr val="dk1"/>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1de21d876e4_3_77"/>
            <p:cNvSpPr/>
            <p:nvPr/>
          </p:nvSpPr>
          <p:spPr>
            <a:xfrm>
              <a:off x="6861225" y="5637550"/>
              <a:ext cx="204850" cy="98150"/>
            </a:xfrm>
            <a:custGeom>
              <a:rect b="b" l="l" r="r" t="t"/>
              <a:pathLst>
                <a:path extrusionOk="0" h="3926" w="8194">
                  <a:moveTo>
                    <a:pt x="8006" y="1"/>
                  </a:moveTo>
                  <a:cubicBezTo>
                    <a:pt x="7845" y="221"/>
                    <a:pt x="7652" y="408"/>
                    <a:pt x="7421" y="553"/>
                  </a:cubicBezTo>
                  <a:cubicBezTo>
                    <a:pt x="6290" y="1309"/>
                    <a:pt x="4955" y="1754"/>
                    <a:pt x="3668" y="2183"/>
                  </a:cubicBezTo>
                  <a:cubicBezTo>
                    <a:pt x="2413" y="2601"/>
                    <a:pt x="1121" y="3036"/>
                    <a:pt x="0" y="3754"/>
                  </a:cubicBezTo>
                  <a:lnTo>
                    <a:pt x="38" y="3926"/>
                  </a:lnTo>
                  <a:cubicBezTo>
                    <a:pt x="1153" y="3191"/>
                    <a:pt x="2456" y="2757"/>
                    <a:pt x="3721" y="2333"/>
                  </a:cubicBezTo>
                  <a:cubicBezTo>
                    <a:pt x="5014" y="1899"/>
                    <a:pt x="6359" y="1448"/>
                    <a:pt x="7512" y="682"/>
                  </a:cubicBezTo>
                  <a:cubicBezTo>
                    <a:pt x="7764" y="516"/>
                    <a:pt x="8038" y="285"/>
                    <a:pt x="8193" y="1"/>
                  </a:cubicBezTo>
                  <a:close/>
                </a:path>
              </a:pathLst>
            </a:custGeom>
            <a:solidFill>
              <a:schemeClr val="dk1"/>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1de21d876e4_3_77"/>
            <p:cNvSpPr/>
            <p:nvPr/>
          </p:nvSpPr>
          <p:spPr>
            <a:xfrm>
              <a:off x="6879975" y="5754175"/>
              <a:ext cx="217600" cy="68400"/>
            </a:xfrm>
            <a:custGeom>
              <a:rect b="b" l="l" r="r" t="t"/>
              <a:pathLst>
                <a:path extrusionOk="0" h="2736" w="8704">
                  <a:moveTo>
                    <a:pt x="8703" y="1"/>
                  </a:moveTo>
                  <a:lnTo>
                    <a:pt x="8703" y="1"/>
                  </a:lnTo>
                  <a:cubicBezTo>
                    <a:pt x="7475" y="778"/>
                    <a:pt x="5926" y="1094"/>
                    <a:pt x="4505" y="1330"/>
                  </a:cubicBezTo>
                  <a:lnTo>
                    <a:pt x="4382" y="1352"/>
                  </a:lnTo>
                  <a:cubicBezTo>
                    <a:pt x="2859" y="1604"/>
                    <a:pt x="1298" y="1861"/>
                    <a:pt x="1" y="2574"/>
                  </a:cubicBezTo>
                  <a:lnTo>
                    <a:pt x="33" y="2735"/>
                  </a:lnTo>
                  <a:cubicBezTo>
                    <a:pt x="1320" y="2017"/>
                    <a:pt x="2880" y="1759"/>
                    <a:pt x="4408" y="1507"/>
                  </a:cubicBezTo>
                  <a:lnTo>
                    <a:pt x="4526" y="1486"/>
                  </a:lnTo>
                  <a:cubicBezTo>
                    <a:pt x="5920" y="1261"/>
                    <a:pt x="7427" y="950"/>
                    <a:pt x="8655" y="215"/>
                  </a:cubicBezTo>
                  <a:lnTo>
                    <a:pt x="8703" y="1"/>
                  </a:lnTo>
                  <a:close/>
                </a:path>
              </a:pathLst>
            </a:custGeom>
            <a:solidFill>
              <a:schemeClr val="dk1"/>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1de21d876e4_3_77"/>
            <p:cNvSpPr/>
            <p:nvPr/>
          </p:nvSpPr>
          <p:spPr>
            <a:xfrm>
              <a:off x="6874900" y="5647500"/>
              <a:ext cx="244800" cy="151350"/>
            </a:xfrm>
            <a:custGeom>
              <a:rect b="b" l="l" r="r" t="t"/>
              <a:pathLst>
                <a:path extrusionOk="0" h="6054" w="9792">
                  <a:moveTo>
                    <a:pt x="9415" y="0"/>
                  </a:moveTo>
                  <a:cubicBezTo>
                    <a:pt x="8993" y="0"/>
                    <a:pt x="8571" y="146"/>
                    <a:pt x="8220" y="294"/>
                  </a:cubicBezTo>
                  <a:cubicBezTo>
                    <a:pt x="6440" y="1045"/>
                    <a:pt x="4896" y="2268"/>
                    <a:pt x="3405" y="3453"/>
                  </a:cubicBezTo>
                  <a:cubicBezTo>
                    <a:pt x="2413" y="4241"/>
                    <a:pt x="1389" y="5056"/>
                    <a:pt x="300" y="5726"/>
                  </a:cubicBezTo>
                  <a:cubicBezTo>
                    <a:pt x="220" y="5774"/>
                    <a:pt x="118" y="5833"/>
                    <a:pt x="0" y="5892"/>
                  </a:cubicBezTo>
                  <a:lnTo>
                    <a:pt x="32" y="6053"/>
                  </a:lnTo>
                  <a:cubicBezTo>
                    <a:pt x="156" y="5994"/>
                    <a:pt x="268" y="5930"/>
                    <a:pt x="386" y="5860"/>
                  </a:cubicBezTo>
                  <a:cubicBezTo>
                    <a:pt x="1480" y="5190"/>
                    <a:pt x="2509" y="4369"/>
                    <a:pt x="3507" y="3581"/>
                  </a:cubicBezTo>
                  <a:cubicBezTo>
                    <a:pt x="4987" y="2402"/>
                    <a:pt x="6520" y="1185"/>
                    <a:pt x="8284" y="439"/>
                  </a:cubicBezTo>
                  <a:cubicBezTo>
                    <a:pt x="8620" y="298"/>
                    <a:pt x="9019" y="158"/>
                    <a:pt x="9413" y="158"/>
                  </a:cubicBezTo>
                  <a:cubicBezTo>
                    <a:pt x="9530" y="158"/>
                    <a:pt x="9645" y="170"/>
                    <a:pt x="9759" y="198"/>
                  </a:cubicBezTo>
                  <a:lnTo>
                    <a:pt x="9791" y="42"/>
                  </a:lnTo>
                  <a:cubicBezTo>
                    <a:pt x="9667" y="13"/>
                    <a:pt x="9541" y="0"/>
                    <a:pt x="9415" y="0"/>
                  </a:cubicBezTo>
                  <a:close/>
                </a:path>
              </a:pathLst>
            </a:custGeom>
            <a:solidFill>
              <a:schemeClr val="dk1"/>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1de21d876e4_3_77"/>
            <p:cNvSpPr/>
            <p:nvPr/>
          </p:nvSpPr>
          <p:spPr>
            <a:xfrm>
              <a:off x="7029050" y="5917575"/>
              <a:ext cx="34200" cy="18000"/>
            </a:xfrm>
            <a:custGeom>
              <a:rect b="b" l="l" r="r" t="t"/>
              <a:pathLst>
                <a:path extrusionOk="0" h="720" w="1368">
                  <a:moveTo>
                    <a:pt x="1368" y="1"/>
                  </a:moveTo>
                  <a:lnTo>
                    <a:pt x="1368" y="1"/>
                  </a:lnTo>
                  <a:cubicBezTo>
                    <a:pt x="917" y="247"/>
                    <a:pt x="461" y="489"/>
                    <a:pt x="0" y="719"/>
                  </a:cubicBezTo>
                  <a:cubicBezTo>
                    <a:pt x="183" y="703"/>
                    <a:pt x="338" y="682"/>
                    <a:pt x="472" y="655"/>
                  </a:cubicBezTo>
                  <a:cubicBezTo>
                    <a:pt x="756" y="505"/>
                    <a:pt x="1046" y="355"/>
                    <a:pt x="1325" y="205"/>
                  </a:cubicBezTo>
                  <a:lnTo>
                    <a:pt x="1368" y="1"/>
                  </a:lnTo>
                  <a:close/>
                </a:path>
              </a:pathLst>
            </a:custGeom>
            <a:solidFill>
              <a:srgbClr val="774C60"/>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1de21d876e4_3_77"/>
            <p:cNvSpPr/>
            <p:nvPr/>
          </p:nvSpPr>
          <p:spPr>
            <a:xfrm>
              <a:off x="6951425" y="5858075"/>
              <a:ext cx="124300" cy="78700"/>
            </a:xfrm>
            <a:custGeom>
              <a:rect b="b" l="l" r="r" t="t"/>
              <a:pathLst>
                <a:path extrusionOk="0" h="3148" w="4972">
                  <a:moveTo>
                    <a:pt x="4971" y="0"/>
                  </a:moveTo>
                  <a:lnTo>
                    <a:pt x="4971" y="0"/>
                  </a:lnTo>
                  <a:cubicBezTo>
                    <a:pt x="3867" y="327"/>
                    <a:pt x="2789" y="719"/>
                    <a:pt x="1733" y="1180"/>
                  </a:cubicBezTo>
                  <a:cubicBezTo>
                    <a:pt x="1180" y="1421"/>
                    <a:pt x="607" y="1700"/>
                    <a:pt x="263" y="2209"/>
                  </a:cubicBezTo>
                  <a:cubicBezTo>
                    <a:pt x="87" y="2483"/>
                    <a:pt x="1" y="2810"/>
                    <a:pt x="28" y="3137"/>
                  </a:cubicBezTo>
                  <a:cubicBezTo>
                    <a:pt x="81" y="3142"/>
                    <a:pt x="135" y="3148"/>
                    <a:pt x="188" y="3148"/>
                  </a:cubicBezTo>
                  <a:cubicBezTo>
                    <a:pt x="156" y="2847"/>
                    <a:pt x="231" y="2547"/>
                    <a:pt x="398" y="2295"/>
                  </a:cubicBezTo>
                  <a:cubicBezTo>
                    <a:pt x="714" y="1823"/>
                    <a:pt x="1261" y="1555"/>
                    <a:pt x="1797" y="1324"/>
                  </a:cubicBezTo>
                  <a:cubicBezTo>
                    <a:pt x="2816" y="879"/>
                    <a:pt x="3867" y="493"/>
                    <a:pt x="4934" y="177"/>
                  </a:cubicBezTo>
                  <a:lnTo>
                    <a:pt x="4971" y="0"/>
                  </a:lnTo>
                  <a:close/>
                </a:path>
              </a:pathLst>
            </a:custGeom>
            <a:solidFill>
              <a:schemeClr val="dk1"/>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1de21d876e4_3_77"/>
            <p:cNvSpPr/>
            <p:nvPr/>
          </p:nvSpPr>
          <p:spPr>
            <a:xfrm>
              <a:off x="6891925" y="5797600"/>
              <a:ext cx="196525" cy="80725"/>
            </a:xfrm>
            <a:custGeom>
              <a:rect b="b" l="l" r="r" t="t"/>
              <a:pathLst>
                <a:path extrusionOk="0" h="3229" w="7861">
                  <a:moveTo>
                    <a:pt x="7861" y="1"/>
                  </a:moveTo>
                  <a:lnTo>
                    <a:pt x="7861" y="1"/>
                  </a:lnTo>
                  <a:cubicBezTo>
                    <a:pt x="5105" y="639"/>
                    <a:pt x="2461" y="1668"/>
                    <a:pt x="0" y="3068"/>
                  </a:cubicBezTo>
                  <a:lnTo>
                    <a:pt x="38" y="3229"/>
                  </a:lnTo>
                  <a:cubicBezTo>
                    <a:pt x="2472" y="1840"/>
                    <a:pt x="5094" y="811"/>
                    <a:pt x="7823" y="172"/>
                  </a:cubicBezTo>
                  <a:lnTo>
                    <a:pt x="7850" y="44"/>
                  </a:lnTo>
                  <a:lnTo>
                    <a:pt x="7861" y="1"/>
                  </a:lnTo>
                  <a:close/>
                </a:path>
              </a:pathLst>
            </a:custGeom>
            <a:solidFill>
              <a:schemeClr val="dk1"/>
            </a:solidFill>
            <a:ln>
              <a:noFill/>
            </a:ln>
          </p:spPr>
          <p:txBody>
            <a:bodyPr anchorCtr="0" anchor="ctr" bIns="131375" lIns="131375" spcFirstLastPara="1" rIns="131375" wrap="square" tIns="13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8" name="Google Shape;108;g1de21d876e4_3_77"/>
          <p:cNvSpPr txBox="1"/>
          <p:nvPr>
            <p:ph type="title"/>
          </p:nvPr>
        </p:nvSpPr>
        <p:spPr>
          <a:xfrm>
            <a:off x="1533458" y="2050238"/>
            <a:ext cx="4288500" cy="6084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SzPts val="4300"/>
              <a:buNone/>
              <a:defRPr sz="5700">
                <a:solidFill>
                  <a:schemeClr val="lt2"/>
                </a:solidFill>
              </a:defRPr>
            </a:lvl1pPr>
            <a:lvl2pPr lvl="1" algn="ctr">
              <a:lnSpc>
                <a:spcPct val="100000"/>
              </a:lnSpc>
              <a:spcBef>
                <a:spcPts val="0"/>
              </a:spcBef>
              <a:spcAft>
                <a:spcPts val="0"/>
              </a:spcAft>
              <a:buSzPts val="4300"/>
              <a:buNone/>
              <a:defRPr sz="4300"/>
            </a:lvl2pPr>
            <a:lvl3pPr lvl="2" algn="ctr">
              <a:lnSpc>
                <a:spcPct val="100000"/>
              </a:lnSpc>
              <a:spcBef>
                <a:spcPts val="0"/>
              </a:spcBef>
              <a:spcAft>
                <a:spcPts val="0"/>
              </a:spcAft>
              <a:buSzPts val="4300"/>
              <a:buNone/>
              <a:defRPr sz="4300"/>
            </a:lvl3pPr>
            <a:lvl4pPr lvl="3" algn="ctr">
              <a:lnSpc>
                <a:spcPct val="100000"/>
              </a:lnSpc>
              <a:spcBef>
                <a:spcPts val="0"/>
              </a:spcBef>
              <a:spcAft>
                <a:spcPts val="0"/>
              </a:spcAft>
              <a:buSzPts val="4300"/>
              <a:buNone/>
              <a:defRPr sz="4300"/>
            </a:lvl4pPr>
            <a:lvl5pPr lvl="4" algn="ctr">
              <a:lnSpc>
                <a:spcPct val="100000"/>
              </a:lnSpc>
              <a:spcBef>
                <a:spcPts val="0"/>
              </a:spcBef>
              <a:spcAft>
                <a:spcPts val="0"/>
              </a:spcAft>
              <a:buSzPts val="4300"/>
              <a:buNone/>
              <a:defRPr sz="4300"/>
            </a:lvl5pPr>
            <a:lvl6pPr lvl="5" algn="ctr">
              <a:lnSpc>
                <a:spcPct val="100000"/>
              </a:lnSpc>
              <a:spcBef>
                <a:spcPts val="0"/>
              </a:spcBef>
              <a:spcAft>
                <a:spcPts val="0"/>
              </a:spcAft>
              <a:buSzPts val="4300"/>
              <a:buNone/>
              <a:defRPr sz="4300"/>
            </a:lvl6pPr>
            <a:lvl7pPr lvl="6" algn="ctr">
              <a:lnSpc>
                <a:spcPct val="100000"/>
              </a:lnSpc>
              <a:spcBef>
                <a:spcPts val="0"/>
              </a:spcBef>
              <a:spcAft>
                <a:spcPts val="0"/>
              </a:spcAft>
              <a:buSzPts val="4300"/>
              <a:buNone/>
              <a:defRPr sz="4300"/>
            </a:lvl7pPr>
            <a:lvl8pPr lvl="7" algn="ctr">
              <a:lnSpc>
                <a:spcPct val="100000"/>
              </a:lnSpc>
              <a:spcBef>
                <a:spcPts val="0"/>
              </a:spcBef>
              <a:spcAft>
                <a:spcPts val="0"/>
              </a:spcAft>
              <a:buSzPts val="4300"/>
              <a:buNone/>
              <a:defRPr sz="4300"/>
            </a:lvl8pPr>
            <a:lvl9pPr lvl="8" algn="ctr">
              <a:lnSpc>
                <a:spcPct val="100000"/>
              </a:lnSpc>
              <a:spcBef>
                <a:spcPts val="0"/>
              </a:spcBef>
              <a:spcAft>
                <a:spcPts val="0"/>
              </a:spcAft>
              <a:buSzPts val="4300"/>
              <a:buNone/>
              <a:defRPr sz="4300"/>
            </a:lvl9pPr>
          </a:lstStyle>
          <a:p/>
        </p:txBody>
      </p:sp>
      <p:sp>
        <p:nvSpPr>
          <p:cNvPr id="109" name="Google Shape;109;g1de21d876e4_3_77"/>
          <p:cNvSpPr txBox="1"/>
          <p:nvPr>
            <p:ph idx="1" type="subTitle"/>
          </p:nvPr>
        </p:nvSpPr>
        <p:spPr>
          <a:xfrm>
            <a:off x="1533466" y="2853647"/>
            <a:ext cx="4288500" cy="5391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50"/>
              </a:spcBef>
              <a:spcAft>
                <a:spcPts val="0"/>
              </a:spcAft>
              <a:buSzPts val="2940"/>
              <a:buNone/>
              <a:defRPr sz="3400">
                <a:latin typeface="Palanquin Dark SemiBold"/>
                <a:ea typeface="Palanquin Dark SemiBold"/>
                <a:cs typeface="Palanquin Dark SemiBold"/>
                <a:sym typeface="Palanquin Dark SemiBold"/>
              </a:defRPr>
            </a:lvl1pPr>
            <a:lvl2pPr lvl="1" algn="ctr">
              <a:lnSpc>
                <a:spcPct val="100000"/>
              </a:lnSpc>
              <a:spcBef>
                <a:spcPts val="1050"/>
              </a:spcBef>
              <a:spcAft>
                <a:spcPts val="0"/>
              </a:spcAft>
              <a:buSzPts val="2520"/>
              <a:buNone/>
              <a:defRPr sz="3400">
                <a:latin typeface="Palanquin Dark SemiBold"/>
                <a:ea typeface="Palanquin Dark SemiBold"/>
                <a:cs typeface="Palanquin Dark SemiBold"/>
                <a:sym typeface="Palanquin Dark SemiBold"/>
              </a:defRPr>
            </a:lvl2pPr>
            <a:lvl3pPr lvl="2" algn="ctr">
              <a:lnSpc>
                <a:spcPct val="100000"/>
              </a:lnSpc>
              <a:spcBef>
                <a:spcPts val="1050"/>
              </a:spcBef>
              <a:spcAft>
                <a:spcPts val="0"/>
              </a:spcAft>
              <a:buSzPts val="2100"/>
              <a:buNone/>
              <a:defRPr sz="3400">
                <a:latin typeface="Palanquin Dark SemiBold"/>
                <a:ea typeface="Palanquin Dark SemiBold"/>
                <a:cs typeface="Palanquin Dark SemiBold"/>
                <a:sym typeface="Palanquin Dark SemiBold"/>
              </a:defRPr>
            </a:lvl3pPr>
            <a:lvl4pPr lvl="3"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4pPr>
            <a:lvl5pPr lvl="4"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5pPr>
            <a:lvl6pPr lvl="5"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6pPr>
            <a:lvl7pPr lvl="6"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7pPr>
            <a:lvl8pPr lvl="7"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8pPr>
            <a:lvl9pPr lvl="8"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9pPr>
          </a:lstStyle>
          <a:p/>
        </p:txBody>
      </p:sp>
      <p:sp>
        <p:nvSpPr>
          <p:cNvPr id="110" name="Google Shape;110;g1de21d876e4_3_77"/>
          <p:cNvSpPr txBox="1"/>
          <p:nvPr>
            <p:ph idx="2" type="subTitle"/>
          </p:nvPr>
        </p:nvSpPr>
        <p:spPr>
          <a:xfrm>
            <a:off x="1533466" y="3406451"/>
            <a:ext cx="4288500" cy="8655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50"/>
              </a:spcBef>
              <a:spcAft>
                <a:spcPts val="0"/>
              </a:spcAft>
              <a:buSzPts val="2940"/>
              <a:buNone/>
              <a:defRPr sz="2200"/>
            </a:lvl1pPr>
            <a:lvl2pPr lvl="1" algn="ctr">
              <a:lnSpc>
                <a:spcPct val="100000"/>
              </a:lnSpc>
              <a:spcBef>
                <a:spcPts val="1050"/>
              </a:spcBef>
              <a:spcAft>
                <a:spcPts val="0"/>
              </a:spcAft>
              <a:buSzPts val="2520"/>
              <a:buNone/>
              <a:defRPr sz="2200"/>
            </a:lvl2pPr>
            <a:lvl3pPr lvl="2" algn="ctr">
              <a:lnSpc>
                <a:spcPct val="100000"/>
              </a:lnSpc>
              <a:spcBef>
                <a:spcPts val="1050"/>
              </a:spcBef>
              <a:spcAft>
                <a:spcPts val="0"/>
              </a:spcAft>
              <a:buSzPts val="2100"/>
              <a:buNone/>
              <a:defRPr sz="2200"/>
            </a:lvl3pPr>
            <a:lvl4pPr lvl="3" algn="ctr">
              <a:lnSpc>
                <a:spcPct val="100000"/>
              </a:lnSpc>
              <a:spcBef>
                <a:spcPts val="1050"/>
              </a:spcBef>
              <a:spcAft>
                <a:spcPts val="0"/>
              </a:spcAft>
              <a:buSzPts val="1890"/>
              <a:buNone/>
              <a:defRPr sz="2200"/>
            </a:lvl4pPr>
            <a:lvl5pPr lvl="4" algn="ctr">
              <a:lnSpc>
                <a:spcPct val="100000"/>
              </a:lnSpc>
              <a:spcBef>
                <a:spcPts val="1050"/>
              </a:spcBef>
              <a:spcAft>
                <a:spcPts val="0"/>
              </a:spcAft>
              <a:buSzPts val="1890"/>
              <a:buNone/>
              <a:defRPr sz="2200"/>
            </a:lvl5pPr>
            <a:lvl6pPr lvl="5" algn="ctr">
              <a:lnSpc>
                <a:spcPct val="100000"/>
              </a:lnSpc>
              <a:spcBef>
                <a:spcPts val="1050"/>
              </a:spcBef>
              <a:spcAft>
                <a:spcPts val="0"/>
              </a:spcAft>
              <a:buSzPts val="1890"/>
              <a:buNone/>
              <a:defRPr sz="2200"/>
            </a:lvl6pPr>
            <a:lvl7pPr lvl="6" algn="ctr">
              <a:lnSpc>
                <a:spcPct val="100000"/>
              </a:lnSpc>
              <a:spcBef>
                <a:spcPts val="1050"/>
              </a:spcBef>
              <a:spcAft>
                <a:spcPts val="0"/>
              </a:spcAft>
              <a:buSzPts val="1890"/>
              <a:buNone/>
              <a:defRPr sz="2200"/>
            </a:lvl7pPr>
            <a:lvl8pPr lvl="7" algn="ctr">
              <a:lnSpc>
                <a:spcPct val="100000"/>
              </a:lnSpc>
              <a:spcBef>
                <a:spcPts val="1050"/>
              </a:spcBef>
              <a:spcAft>
                <a:spcPts val="0"/>
              </a:spcAft>
              <a:buSzPts val="1890"/>
              <a:buNone/>
              <a:defRPr sz="2200"/>
            </a:lvl8pPr>
            <a:lvl9pPr lvl="8" algn="ctr">
              <a:lnSpc>
                <a:spcPct val="100000"/>
              </a:lnSpc>
              <a:spcBef>
                <a:spcPts val="1050"/>
              </a:spcBef>
              <a:spcAft>
                <a:spcPts val="0"/>
              </a:spcAft>
              <a:buSzPts val="1890"/>
              <a:buNone/>
              <a:defRPr sz="2200"/>
            </a:lvl9pPr>
          </a:lstStyle>
          <a:p/>
        </p:txBody>
      </p:sp>
      <p:sp>
        <p:nvSpPr>
          <p:cNvPr id="111" name="Google Shape;111;g1de21d876e4_3_77"/>
          <p:cNvSpPr txBox="1"/>
          <p:nvPr>
            <p:ph idx="3" type="title"/>
          </p:nvPr>
        </p:nvSpPr>
        <p:spPr>
          <a:xfrm>
            <a:off x="6985822" y="2050238"/>
            <a:ext cx="4282200" cy="6084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SzPts val="4300"/>
              <a:buNone/>
              <a:defRPr sz="5700">
                <a:solidFill>
                  <a:schemeClr val="accent2"/>
                </a:solidFill>
              </a:defRPr>
            </a:lvl1pPr>
            <a:lvl2pPr lvl="1" algn="ctr">
              <a:lnSpc>
                <a:spcPct val="100000"/>
              </a:lnSpc>
              <a:spcBef>
                <a:spcPts val="0"/>
              </a:spcBef>
              <a:spcAft>
                <a:spcPts val="0"/>
              </a:spcAft>
              <a:buSzPts val="4300"/>
              <a:buNone/>
              <a:defRPr sz="4300"/>
            </a:lvl2pPr>
            <a:lvl3pPr lvl="2" algn="ctr">
              <a:lnSpc>
                <a:spcPct val="100000"/>
              </a:lnSpc>
              <a:spcBef>
                <a:spcPts val="0"/>
              </a:spcBef>
              <a:spcAft>
                <a:spcPts val="0"/>
              </a:spcAft>
              <a:buSzPts val="4300"/>
              <a:buNone/>
              <a:defRPr sz="4300"/>
            </a:lvl3pPr>
            <a:lvl4pPr lvl="3" algn="ctr">
              <a:lnSpc>
                <a:spcPct val="100000"/>
              </a:lnSpc>
              <a:spcBef>
                <a:spcPts val="0"/>
              </a:spcBef>
              <a:spcAft>
                <a:spcPts val="0"/>
              </a:spcAft>
              <a:buSzPts val="4300"/>
              <a:buNone/>
              <a:defRPr sz="4300"/>
            </a:lvl4pPr>
            <a:lvl5pPr lvl="4" algn="ctr">
              <a:lnSpc>
                <a:spcPct val="100000"/>
              </a:lnSpc>
              <a:spcBef>
                <a:spcPts val="0"/>
              </a:spcBef>
              <a:spcAft>
                <a:spcPts val="0"/>
              </a:spcAft>
              <a:buSzPts val="4300"/>
              <a:buNone/>
              <a:defRPr sz="4300"/>
            </a:lvl5pPr>
            <a:lvl6pPr lvl="5" algn="ctr">
              <a:lnSpc>
                <a:spcPct val="100000"/>
              </a:lnSpc>
              <a:spcBef>
                <a:spcPts val="0"/>
              </a:spcBef>
              <a:spcAft>
                <a:spcPts val="0"/>
              </a:spcAft>
              <a:buSzPts val="4300"/>
              <a:buNone/>
              <a:defRPr sz="4300"/>
            </a:lvl6pPr>
            <a:lvl7pPr lvl="6" algn="ctr">
              <a:lnSpc>
                <a:spcPct val="100000"/>
              </a:lnSpc>
              <a:spcBef>
                <a:spcPts val="0"/>
              </a:spcBef>
              <a:spcAft>
                <a:spcPts val="0"/>
              </a:spcAft>
              <a:buSzPts val="4300"/>
              <a:buNone/>
              <a:defRPr sz="4300"/>
            </a:lvl7pPr>
            <a:lvl8pPr lvl="7" algn="ctr">
              <a:lnSpc>
                <a:spcPct val="100000"/>
              </a:lnSpc>
              <a:spcBef>
                <a:spcPts val="0"/>
              </a:spcBef>
              <a:spcAft>
                <a:spcPts val="0"/>
              </a:spcAft>
              <a:buSzPts val="4300"/>
              <a:buNone/>
              <a:defRPr sz="4300"/>
            </a:lvl8pPr>
            <a:lvl9pPr lvl="8" algn="ctr">
              <a:lnSpc>
                <a:spcPct val="100000"/>
              </a:lnSpc>
              <a:spcBef>
                <a:spcPts val="0"/>
              </a:spcBef>
              <a:spcAft>
                <a:spcPts val="0"/>
              </a:spcAft>
              <a:buSzPts val="4300"/>
              <a:buNone/>
              <a:defRPr sz="4300"/>
            </a:lvl9pPr>
          </a:lstStyle>
          <a:p/>
        </p:txBody>
      </p:sp>
      <p:sp>
        <p:nvSpPr>
          <p:cNvPr id="112" name="Google Shape;112;g1de21d876e4_3_77"/>
          <p:cNvSpPr txBox="1"/>
          <p:nvPr>
            <p:ph idx="4" type="subTitle"/>
          </p:nvPr>
        </p:nvSpPr>
        <p:spPr>
          <a:xfrm>
            <a:off x="6985821" y="2853647"/>
            <a:ext cx="4282200" cy="5391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50"/>
              </a:spcBef>
              <a:spcAft>
                <a:spcPts val="0"/>
              </a:spcAft>
              <a:buSzPts val="2940"/>
              <a:buNone/>
              <a:defRPr sz="3400">
                <a:latin typeface="Palanquin Dark SemiBold"/>
                <a:ea typeface="Palanquin Dark SemiBold"/>
                <a:cs typeface="Palanquin Dark SemiBold"/>
                <a:sym typeface="Palanquin Dark SemiBold"/>
              </a:defRPr>
            </a:lvl1pPr>
            <a:lvl2pPr lvl="1" algn="ctr">
              <a:lnSpc>
                <a:spcPct val="100000"/>
              </a:lnSpc>
              <a:spcBef>
                <a:spcPts val="1050"/>
              </a:spcBef>
              <a:spcAft>
                <a:spcPts val="0"/>
              </a:spcAft>
              <a:buSzPts val="2520"/>
              <a:buNone/>
              <a:defRPr sz="3400">
                <a:latin typeface="Palanquin Dark SemiBold"/>
                <a:ea typeface="Palanquin Dark SemiBold"/>
                <a:cs typeface="Palanquin Dark SemiBold"/>
                <a:sym typeface="Palanquin Dark SemiBold"/>
              </a:defRPr>
            </a:lvl2pPr>
            <a:lvl3pPr lvl="2" algn="ctr">
              <a:lnSpc>
                <a:spcPct val="100000"/>
              </a:lnSpc>
              <a:spcBef>
                <a:spcPts val="1050"/>
              </a:spcBef>
              <a:spcAft>
                <a:spcPts val="0"/>
              </a:spcAft>
              <a:buSzPts val="2100"/>
              <a:buNone/>
              <a:defRPr sz="3400">
                <a:latin typeface="Palanquin Dark SemiBold"/>
                <a:ea typeface="Palanquin Dark SemiBold"/>
                <a:cs typeface="Palanquin Dark SemiBold"/>
                <a:sym typeface="Palanquin Dark SemiBold"/>
              </a:defRPr>
            </a:lvl3pPr>
            <a:lvl4pPr lvl="3"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4pPr>
            <a:lvl5pPr lvl="4"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5pPr>
            <a:lvl6pPr lvl="5"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6pPr>
            <a:lvl7pPr lvl="6"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7pPr>
            <a:lvl8pPr lvl="7"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8pPr>
            <a:lvl9pPr lvl="8"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9pPr>
          </a:lstStyle>
          <a:p/>
        </p:txBody>
      </p:sp>
      <p:sp>
        <p:nvSpPr>
          <p:cNvPr id="113" name="Google Shape;113;g1de21d876e4_3_77"/>
          <p:cNvSpPr txBox="1"/>
          <p:nvPr>
            <p:ph idx="5" type="subTitle"/>
          </p:nvPr>
        </p:nvSpPr>
        <p:spPr>
          <a:xfrm>
            <a:off x="6985821" y="3406454"/>
            <a:ext cx="4282200" cy="8655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50"/>
              </a:spcBef>
              <a:spcAft>
                <a:spcPts val="0"/>
              </a:spcAft>
              <a:buSzPts val="2940"/>
              <a:buNone/>
              <a:defRPr sz="2200"/>
            </a:lvl1pPr>
            <a:lvl2pPr lvl="1" algn="ctr">
              <a:lnSpc>
                <a:spcPct val="100000"/>
              </a:lnSpc>
              <a:spcBef>
                <a:spcPts val="1050"/>
              </a:spcBef>
              <a:spcAft>
                <a:spcPts val="0"/>
              </a:spcAft>
              <a:buSzPts val="2520"/>
              <a:buNone/>
              <a:defRPr sz="2200"/>
            </a:lvl2pPr>
            <a:lvl3pPr lvl="2" algn="ctr">
              <a:lnSpc>
                <a:spcPct val="100000"/>
              </a:lnSpc>
              <a:spcBef>
                <a:spcPts val="1050"/>
              </a:spcBef>
              <a:spcAft>
                <a:spcPts val="0"/>
              </a:spcAft>
              <a:buSzPts val="2100"/>
              <a:buNone/>
              <a:defRPr sz="2200"/>
            </a:lvl3pPr>
            <a:lvl4pPr lvl="3" algn="ctr">
              <a:lnSpc>
                <a:spcPct val="100000"/>
              </a:lnSpc>
              <a:spcBef>
                <a:spcPts val="1050"/>
              </a:spcBef>
              <a:spcAft>
                <a:spcPts val="0"/>
              </a:spcAft>
              <a:buSzPts val="1890"/>
              <a:buNone/>
              <a:defRPr sz="2200"/>
            </a:lvl4pPr>
            <a:lvl5pPr lvl="4" algn="ctr">
              <a:lnSpc>
                <a:spcPct val="100000"/>
              </a:lnSpc>
              <a:spcBef>
                <a:spcPts val="1050"/>
              </a:spcBef>
              <a:spcAft>
                <a:spcPts val="0"/>
              </a:spcAft>
              <a:buSzPts val="1890"/>
              <a:buNone/>
              <a:defRPr sz="2200"/>
            </a:lvl5pPr>
            <a:lvl6pPr lvl="5" algn="ctr">
              <a:lnSpc>
                <a:spcPct val="100000"/>
              </a:lnSpc>
              <a:spcBef>
                <a:spcPts val="1050"/>
              </a:spcBef>
              <a:spcAft>
                <a:spcPts val="0"/>
              </a:spcAft>
              <a:buSzPts val="1890"/>
              <a:buNone/>
              <a:defRPr sz="2200"/>
            </a:lvl6pPr>
            <a:lvl7pPr lvl="6" algn="ctr">
              <a:lnSpc>
                <a:spcPct val="100000"/>
              </a:lnSpc>
              <a:spcBef>
                <a:spcPts val="1050"/>
              </a:spcBef>
              <a:spcAft>
                <a:spcPts val="0"/>
              </a:spcAft>
              <a:buSzPts val="1890"/>
              <a:buNone/>
              <a:defRPr sz="2200"/>
            </a:lvl7pPr>
            <a:lvl8pPr lvl="7" algn="ctr">
              <a:lnSpc>
                <a:spcPct val="100000"/>
              </a:lnSpc>
              <a:spcBef>
                <a:spcPts val="1050"/>
              </a:spcBef>
              <a:spcAft>
                <a:spcPts val="0"/>
              </a:spcAft>
              <a:buSzPts val="1890"/>
              <a:buNone/>
              <a:defRPr sz="2200"/>
            </a:lvl8pPr>
            <a:lvl9pPr lvl="8" algn="ctr">
              <a:lnSpc>
                <a:spcPct val="100000"/>
              </a:lnSpc>
              <a:spcBef>
                <a:spcPts val="1050"/>
              </a:spcBef>
              <a:spcAft>
                <a:spcPts val="0"/>
              </a:spcAft>
              <a:buSzPts val="1890"/>
              <a:buNone/>
              <a:defRPr sz="2200"/>
            </a:lvl9pPr>
          </a:lstStyle>
          <a:p/>
        </p:txBody>
      </p:sp>
      <p:sp>
        <p:nvSpPr>
          <p:cNvPr id="114" name="Google Shape;114;g1de21d876e4_3_77"/>
          <p:cNvSpPr txBox="1"/>
          <p:nvPr>
            <p:ph idx="6" type="title"/>
          </p:nvPr>
        </p:nvSpPr>
        <p:spPr>
          <a:xfrm>
            <a:off x="1536616" y="4562687"/>
            <a:ext cx="4282200" cy="6084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SzPts val="4300"/>
              <a:buNone/>
              <a:defRPr sz="5700">
                <a:solidFill>
                  <a:schemeClr val="accent5"/>
                </a:solidFill>
              </a:defRPr>
            </a:lvl1pPr>
            <a:lvl2pPr lvl="1" algn="ctr">
              <a:lnSpc>
                <a:spcPct val="100000"/>
              </a:lnSpc>
              <a:spcBef>
                <a:spcPts val="0"/>
              </a:spcBef>
              <a:spcAft>
                <a:spcPts val="0"/>
              </a:spcAft>
              <a:buSzPts val="4300"/>
              <a:buNone/>
              <a:defRPr sz="4300"/>
            </a:lvl2pPr>
            <a:lvl3pPr lvl="2" algn="ctr">
              <a:lnSpc>
                <a:spcPct val="100000"/>
              </a:lnSpc>
              <a:spcBef>
                <a:spcPts val="0"/>
              </a:spcBef>
              <a:spcAft>
                <a:spcPts val="0"/>
              </a:spcAft>
              <a:buSzPts val="4300"/>
              <a:buNone/>
              <a:defRPr sz="4300"/>
            </a:lvl3pPr>
            <a:lvl4pPr lvl="3" algn="ctr">
              <a:lnSpc>
                <a:spcPct val="100000"/>
              </a:lnSpc>
              <a:spcBef>
                <a:spcPts val="0"/>
              </a:spcBef>
              <a:spcAft>
                <a:spcPts val="0"/>
              </a:spcAft>
              <a:buSzPts val="4300"/>
              <a:buNone/>
              <a:defRPr sz="4300"/>
            </a:lvl4pPr>
            <a:lvl5pPr lvl="4" algn="ctr">
              <a:lnSpc>
                <a:spcPct val="100000"/>
              </a:lnSpc>
              <a:spcBef>
                <a:spcPts val="0"/>
              </a:spcBef>
              <a:spcAft>
                <a:spcPts val="0"/>
              </a:spcAft>
              <a:buSzPts val="4300"/>
              <a:buNone/>
              <a:defRPr sz="4300"/>
            </a:lvl5pPr>
            <a:lvl6pPr lvl="5" algn="ctr">
              <a:lnSpc>
                <a:spcPct val="100000"/>
              </a:lnSpc>
              <a:spcBef>
                <a:spcPts val="0"/>
              </a:spcBef>
              <a:spcAft>
                <a:spcPts val="0"/>
              </a:spcAft>
              <a:buSzPts val="4300"/>
              <a:buNone/>
              <a:defRPr sz="4300"/>
            </a:lvl6pPr>
            <a:lvl7pPr lvl="6" algn="ctr">
              <a:lnSpc>
                <a:spcPct val="100000"/>
              </a:lnSpc>
              <a:spcBef>
                <a:spcPts val="0"/>
              </a:spcBef>
              <a:spcAft>
                <a:spcPts val="0"/>
              </a:spcAft>
              <a:buSzPts val="4300"/>
              <a:buNone/>
              <a:defRPr sz="4300"/>
            </a:lvl7pPr>
            <a:lvl8pPr lvl="7" algn="ctr">
              <a:lnSpc>
                <a:spcPct val="100000"/>
              </a:lnSpc>
              <a:spcBef>
                <a:spcPts val="0"/>
              </a:spcBef>
              <a:spcAft>
                <a:spcPts val="0"/>
              </a:spcAft>
              <a:buSzPts val="4300"/>
              <a:buNone/>
              <a:defRPr sz="4300"/>
            </a:lvl8pPr>
            <a:lvl9pPr lvl="8" algn="ctr">
              <a:lnSpc>
                <a:spcPct val="100000"/>
              </a:lnSpc>
              <a:spcBef>
                <a:spcPts val="0"/>
              </a:spcBef>
              <a:spcAft>
                <a:spcPts val="0"/>
              </a:spcAft>
              <a:buSzPts val="4300"/>
              <a:buNone/>
              <a:defRPr sz="4300"/>
            </a:lvl9pPr>
          </a:lstStyle>
          <a:p/>
        </p:txBody>
      </p:sp>
      <p:sp>
        <p:nvSpPr>
          <p:cNvPr id="115" name="Google Shape;115;g1de21d876e4_3_77"/>
          <p:cNvSpPr txBox="1"/>
          <p:nvPr>
            <p:ph idx="7" type="subTitle"/>
          </p:nvPr>
        </p:nvSpPr>
        <p:spPr>
          <a:xfrm>
            <a:off x="1533466" y="5365896"/>
            <a:ext cx="4288500" cy="5391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50"/>
              </a:spcBef>
              <a:spcAft>
                <a:spcPts val="0"/>
              </a:spcAft>
              <a:buSzPts val="2940"/>
              <a:buNone/>
              <a:defRPr sz="3400">
                <a:latin typeface="Palanquin Dark SemiBold"/>
                <a:ea typeface="Palanquin Dark SemiBold"/>
                <a:cs typeface="Palanquin Dark SemiBold"/>
                <a:sym typeface="Palanquin Dark SemiBold"/>
              </a:defRPr>
            </a:lvl1pPr>
            <a:lvl2pPr lvl="1" algn="ctr">
              <a:lnSpc>
                <a:spcPct val="100000"/>
              </a:lnSpc>
              <a:spcBef>
                <a:spcPts val="1050"/>
              </a:spcBef>
              <a:spcAft>
                <a:spcPts val="0"/>
              </a:spcAft>
              <a:buSzPts val="2520"/>
              <a:buNone/>
              <a:defRPr sz="3400">
                <a:latin typeface="Palanquin Dark SemiBold"/>
                <a:ea typeface="Palanquin Dark SemiBold"/>
                <a:cs typeface="Palanquin Dark SemiBold"/>
                <a:sym typeface="Palanquin Dark SemiBold"/>
              </a:defRPr>
            </a:lvl2pPr>
            <a:lvl3pPr lvl="2" algn="ctr">
              <a:lnSpc>
                <a:spcPct val="100000"/>
              </a:lnSpc>
              <a:spcBef>
                <a:spcPts val="1050"/>
              </a:spcBef>
              <a:spcAft>
                <a:spcPts val="0"/>
              </a:spcAft>
              <a:buSzPts val="2100"/>
              <a:buNone/>
              <a:defRPr sz="3400">
                <a:latin typeface="Palanquin Dark SemiBold"/>
                <a:ea typeface="Palanquin Dark SemiBold"/>
                <a:cs typeface="Palanquin Dark SemiBold"/>
                <a:sym typeface="Palanquin Dark SemiBold"/>
              </a:defRPr>
            </a:lvl3pPr>
            <a:lvl4pPr lvl="3"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4pPr>
            <a:lvl5pPr lvl="4"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5pPr>
            <a:lvl6pPr lvl="5"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6pPr>
            <a:lvl7pPr lvl="6"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7pPr>
            <a:lvl8pPr lvl="7"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8pPr>
            <a:lvl9pPr lvl="8"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9pPr>
          </a:lstStyle>
          <a:p/>
        </p:txBody>
      </p:sp>
      <p:sp>
        <p:nvSpPr>
          <p:cNvPr id="116" name="Google Shape;116;g1de21d876e4_3_77"/>
          <p:cNvSpPr txBox="1"/>
          <p:nvPr>
            <p:ph idx="8" type="subTitle"/>
          </p:nvPr>
        </p:nvSpPr>
        <p:spPr>
          <a:xfrm>
            <a:off x="1533466" y="5919648"/>
            <a:ext cx="4288500" cy="8655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50"/>
              </a:spcBef>
              <a:spcAft>
                <a:spcPts val="0"/>
              </a:spcAft>
              <a:buSzPts val="2940"/>
              <a:buNone/>
              <a:defRPr sz="2200"/>
            </a:lvl1pPr>
            <a:lvl2pPr lvl="1" algn="ctr">
              <a:lnSpc>
                <a:spcPct val="100000"/>
              </a:lnSpc>
              <a:spcBef>
                <a:spcPts val="1050"/>
              </a:spcBef>
              <a:spcAft>
                <a:spcPts val="0"/>
              </a:spcAft>
              <a:buSzPts val="2520"/>
              <a:buNone/>
              <a:defRPr sz="2200"/>
            </a:lvl2pPr>
            <a:lvl3pPr lvl="2" algn="ctr">
              <a:lnSpc>
                <a:spcPct val="100000"/>
              </a:lnSpc>
              <a:spcBef>
                <a:spcPts val="1050"/>
              </a:spcBef>
              <a:spcAft>
                <a:spcPts val="0"/>
              </a:spcAft>
              <a:buSzPts val="2100"/>
              <a:buNone/>
              <a:defRPr sz="2200"/>
            </a:lvl3pPr>
            <a:lvl4pPr lvl="3" algn="ctr">
              <a:lnSpc>
                <a:spcPct val="100000"/>
              </a:lnSpc>
              <a:spcBef>
                <a:spcPts val="1050"/>
              </a:spcBef>
              <a:spcAft>
                <a:spcPts val="0"/>
              </a:spcAft>
              <a:buSzPts val="1890"/>
              <a:buNone/>
              <a:defRPr sz="2200"/>
            </a:lvl4pPr>
            <a:lvl5pPr lvl="4" algn="ctr">
              <a:lnSpc>
                <a:spcPct val="100000"/>
              </a:lnSpc>
              <a:spcBef>
                <a:spcPts val="1050"/>
              </a:spcBef>
              <a:spcAft>
                <a:spcPts val="0"/>
              </a:spcAft>
              <a:buSzPts val="1890"/>
              <a:buNone/>
              <a:defRPr sz="2200"/>
            </a:lvl5pPr>
            <a:lvl6pPr lvl="5" algn="ctr">
              <a:lnSpc>
                <a:spcPct val="100000"/>
              </a:lnSpc>
              <a:spcBef>
                <a:spcPts val="1050"/>
              </a:spcBef>
              <a:spcAft>
                <a:spcPts val="0"/>
              </a:spcAft>
              <a:buSzPts val="1890"/>
              <a:buNone/>
              <a:defRPr sz="2200"/>
            </a:lvl6pPr>
            <a:lvl7pPr lvl="6" algn="ctr">
              <a:lnSpc>
                <a:spcPct val="100000"/>
              </a:lnSpc>
              <a:spcBef>
                <a:spcPts val="1050"/>
              </a:spcBef>
              <a:spcAft>
                <a:spcPts val="0"/>
              </a:spcAft>
              <a:buSzPts val="1890"/>
              <a:buNone/>
              <a:defRPr sz="2200"/>
            </a:lvl7pPr>
            <a:lvl8pPr lvl="7" algn="ctr">
              <a:lnSpc>
                <a:spcPct val="100000"/>
              </a:lnSpc>
              <a:spcBef>
                <a:spcPts val="1050"/>
              </a:spcBef>
              <a:spcAft>
                <a:spcPts val="0"/>
              </a:spcAft>
              <a:buSzPts val="1890"/>
              <a:buNone/>
              <a:defRPr sz="2200"/>
            </a:lvl8pPr>
            <a:lvl9pPr lvl="8" algn="ctr">
              <a:lnSpc>
                <a:spcPct val="100000"/>
              </a:lnSpc>
              <a:spcBef>
                <a:spcPts val="1050"/>
              </a:spcBef>
              <a:spcAft>
                <a:spcPts val="0"/>
              </a:spcAft>
              <a:buSzPts val="1890"/>
              <a:buNone/>
              <a:defRPr sz="2200"/>
            </a:lvl9pPr>
          </a:lstStyle>
          <a:p/>
        </p:txBody>
      </p:sp>
      <p:sp>
        <p:nvSpPr>
          <p:cNvPr id="117" name="Google Shape;117;g1de21d876e4_3_77"/>
          <p:cNvSpPr txBox="1"/>
          <p:nvPr>
            <p:ph idx="9" type="title"/>
          </p:nvPr>
        </p:nvSpPr>
        <p:spPr>
          <a:xfrm>
            <a:off x="6985612" y="4562687"/>
            <a:ext cx="4282200" cy="6084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SzPts val="4300"/>
              <a:buNone/>
              <a:defRPr sz="5700">
                <a:solidFill>
                  <a:schemeClr val="accent1"/>
                </a:solidFill>
              </a:defRPr>
            </a:lvl1pPr>
            <a:lvl2pPr lvl="1" algn="ctr">
              <a:lnSpc>
                <a:spcPct val="100000"/>
              </a:lnSpc>
              <a:spcBef>
                <a:spcPts val="0"/>
              </a:spcBef>
              <a:spcAft>
                <a:spcPts val="0"/>
              </a:spcAft>
              <a:buSzPts val="4300"/>
              <a:buNone/>
              <a:defRPr sz="4300"/>
            </a:lvl2pPr>
            <a:lvl3pPr lvl="2" algn="ctr">
              <a:lnSpc>
                <a:spcPct val="100000"/>
              </a:lnSpc>
              <a:spcBef>
                <a:spcPts val="0"/>
              </a:spcBef>
              <a:spcAft>
                <a:spcPts val="0"/>
              </a:spcAft>
              <a:buSzPts val="4300"/>
              <a:buNone/>
              <a:defRPr sz="4300"/>
            </a:lvl3pPr>
            <a:lvl4pPr lvl="3" algn="ctr">
              <a:lnSpc>
                <a:spcPct val="100000"/>
              </a:lnSpc>
              <a:spcBef>
                <a:spcPts val="0"/>
              </a:spcBef>
              <a:spcAft>
                <a:spcPts val="0"/>
              </a:spcAft>
              <a:buSzPts val="4300"/>
              <a:buNone/>
              <a:defRPr sz="4300"/>
            </a:lvl4pPr>
            <a:lvl5pPr lvl="4" algn="ctr">
              <a:lnSpc>
                <a:spcPct val="100000"/>
              </a:lnSpc>
              <a:spcBef>
                <a:spcPts val="0"/>
              </a:spcBef>
              <a:spcAft>
                <a:spcPts val="0"/>
              </a:spcAft>
              <a:buSzPts val="4300"/>
              <a:buNone/>
              <a:defRPr sz="4300"/>
            </a:lvl5pPr>
            <a:lvl6pPr lvl="5" algn="ctr">
              <a:lnSpc>
                <a:spcPct val="100000"/>
              </a:lnSpc>
              <a:spcBef>
                <a:spcPts val="0"/>
              </a:spcBef>
              <a:spcAft>
                <a:spcPts val="0"/>
              </a:spcAft>
              <a:buSzPts val="4300"/>
              <a:buNone/>
              <a:defRPr sz="4300"/>
            </a:lvl6pPr>
            <a:lvl7pPr lvl="6" algn="ctr">
              <a:lnSpc>
                <a:spcPct val="100000"/>
              </a:lnSpc>
              <a:spcBef>
                <a:spcPts val="0"/>
              </a:spcBef>
              <a:spcAft>
                <a:spcPts val="0"/>
              </a:spcAft>
              <a:buSzPts val="4300"/>
              <a:buNone/>
              <a:defRPr sz="4300"/>
            </a:lvl7pPr>
            <a:lvl8pPr lvl="7" algn="ctr">
              <a:lnSpc>
                <a:spcPct val="100000"/>
              </a:lnSpc>
              <a:spcBef>
                <a:spcPts val="0"/>
              </a:spcBef>
              <a:spcAft>
                <a:spcPts val="0"/>
              </a:spcAft>
              <a:buSzPts val="4300"/>
              <a:buNone/>
              <a:defRPr sz="4300"/>
            </a:lvl8pPr>
            <a:lvl9pPr lvl="8" algn="ctr">
              <a:lnSpc>
                <a:spcPct val="100000"/>
              </a:lnSpc>
              <a:spcBef>
                <a:spcPts val="0"/>
              </a:spcBef>
              <a:spcAft>
                <a:spcPts val="0"/>
              </a:spcAft>
              <a:buSzPts val="4300"/>
              <a:buNone/>
              <a:defRPr sz="4300"/>
            </a:lvl9pPr>
          </a:lstStyle>
          <a:p/>
        </p:txBody>
      </p:sp>
      <p:sp>
        <p:nvSpPr>
          <p:cNvPr id="118" name="Google Shape;118;g1de21d876e4_3_77"/>
          <p:cNvSpPr txBox="1"/>
          <p:nvPr>
            <p:ph idx="13" type="subTitle"/>
          </p:nvPr>
        </p:nvSpPr>
        <p:spPr>
          <a:xfrm>
            <a:off x="6985821" y="5365896"/>
            <a:ext cx="4282200" cy="5391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50"/>
              </a:spcBef>
              <a:spcAft>
                <a:spcPts val="0"/>
              </a:spcAft>
              <a:buSzPts val="2940"/>
              <a:buNone/>
              <a:defRPr sz="3400">
                <a:latin typeface="Palanquin Dark SemiBold"/>
                <a:ea typeface="Palanquin Dark SemiBold"/>
                <a:cs typeface="Palanquin Dark SemiBold"/>
                <a:sym typeface="Palanquin Dark SemiBold"/>
              </a:defRPr>
            </a:lvl1pPr>
            <a:lvl2pPr lvl="1" algn="ctr">
              <a:lnSpc>
                <a:spcPct val="100000"/>
              </a:lnSpc>
              <a:spcBef>
                <a:spcPts val="1050"/>
              </a:spcBef>
              <a:spcAft>
                <a:spcPts val="0"/>
              </a:spcAft>
              <a:buSzPts val="2520"/>
              <a:buNone/>
              <a:defRPr sz="3400">
                <a:latin typeface="Palanquin Dark SemiBold"/>
                <a:ea typeface="Palanquin Dark SemiBold"/>
                <a:cs typeface="Palanquin Dark SemiBold"/>
                <a:sym typeface="Palanquin Dark SemiBold"/>
              </a:defRPr>
            </a:lvl2pPr>
            <a:lvl3pPr lvl="2" algn="ctr">
              <a:lnSpc>
                <a:spcPct val="100000"/>
              </a:lnSpc>
              <a:spcBef>
                <a:spcPts val="1050"/>
              </a:spcBef>
              <a:spcAft>
                <a:spcPts val="0"/>
              </a:spcAft>
              <a:buSzPts val="2100"/>
              <a:buNone/>
              <a:defRPr sz="3400">
                <a:latin typeface="Palanquin Dark SemiBold"/>
                <a:ea typeface="Palanquin Dark SemiBold"/>
                <a:cs typeface="Palanquin Dark SemiBold"/>
                <a:sym typeface="Palanquin Dark SemiBold"/>
              </a:defRPr>
            </a:lvl3pPr>
            <a:lvl4pPr lvl="3"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4pPr>
            <a:lvl5pPr lvl="4"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5pPr>
            <a:lvl6pPr lvl="5"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6pPr>
            <a:lvl7pPr lvl="6"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7pPr>
            <a:lvl8pPr lvl="7"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8pPr>
            <a:lvl9pPr lvl="8" algn="ctr">
              <a:lnSpc>
                <a:spcPct val="100000"/>
              </a:lnSpc>
              <a:spcBef>
                <a:spcPts val="1050"/>
              </a:spcBef>
              <a:spcAft>
                <a:spcPts val="0"/>
              </a:spcAft>
              <a:buSzPts val="1890"/>
              <a:buNone/>
              <a:defRPr sz="3400">
                <a:latin typeface="Palanquin Dark SemiBold"/>
                <a:ea typeface="Palanquin Dark SemiBold"/>
                <a:cs typeface="Palanquin Dark SemiBold"/>
                <a:sym typeface="Palanquin Dark SemiBold"/>
              </a:defRPr>
            </a:lvl9pPr>
          </a:lstStyle>
          <a:p/>
        </p:txBody>
      </p:sp>
      <p:sp>
        <p:nvSpPr>
          <p:cNvPr id="119" name="Google Shape;119;g1de21d876e4_3_77"/>
          <p:cNvSpPr txBox="1"/>
          <p:nvPr>
            <p:ph idx="14" type="subTitle"/>
          </p:nvPr>
        </p:nvSpPr>
        <p:spPr>
          <a:xfrm>
            <a:off x="6985821" y="5919648"/>
            <a:ext cx="4282200" cy="8655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50"/>
              </a:spcBef>
              <a:spcAft>
                <a:spcPts val="0"/>
              </a:spcAft>
              <a:buSzPts val="2940"/>
              <a:buNone/>
              <a:defRPr sz="2200"/>
            </a:lvl1pPr>
            <a:lvl2pPr lvl="1" algn="ctr">
              <a:lnSpc>
                <a:spcPct val="100000"/>
              </a:lnSpc>
              <a:spcBef>
                <a:spcPts val="1050"/>
              </a:spcBef>
              <a:spcAft>
                <a:spcPts val="0"/>
              </a:spcAft>
              <a:buSzPts val="2520"/>
              <a:buNone/>
              <a:defRPr sz="2200"/>
            </a:lvl2pPr>
            <a:lvl3pPr lvl="2" algn="ctr">
              <a:lnSpc>
                <a:spcPct val="100000"/>
              </a:lnSpc>
              <a:spcBef>
                <a:spcPts val="1050"/>
              </a:spcBef>
              <a:spcAft>
                <a:spcPts val="0"/>
              </a:spcAft>
              <a:buSzPts val="2100"/>
              <a:buNone/>
              <a:defRPr sz="2200"/>
            </a:lvl3pPr>
            <a:lvl4pPr lvl="3" algn="ctr">
              <a:lnSpc>
                <a:spcPct val="100000"/>
              </a:lnSpc>
              <a:spcBef>
                <a:spcPts val="1050"/>
              </a:spcBef>
              <a:spcAft>
                <a:spcPts val="0"/>
              </a:spcAft>
              <a:buSzPts val="1890"/>
              <a:buNone/>
              <a:defRPr sz="2200"/>
            </a:lvl4pPr>
            <a:lvl5pPr lvl="4" algn="ctr">
              <a:lnSpc>
                <a:spcPct val="100000"/>
              </a:lnSpc>
              <a:spcBef>
                <a:spcPts val="1050"/>
              </a:spcBef>
              <a:spcAft>
                <a:spcPts val="0"/>
              </a:spcAft>
              <a:buSzPts val="1890"/>
              <a:buNone/>
              <a:defRPr sz="2200"/>
            </a:lvl5pPr>
            <a:lvl6pPr lvl="5" algn="ctr">
              <a:lnSpc>
                <a:spcPct val="100000"/>
              </a:lnSpc>
              <a:spcBef>
                <a:spcPts val="1050"/>
              </a:spcBef>
              <a:spcAft>
                <a:spcPts val="0"/>
              </a:spcAft>
              <a:buSzPts val="1890"/>
              <a:buNone/>
              <a:defRPr sz="2200"/>
            </a:lvl6pPr>
            <a:lvl7pPr lvl="6" algn="ctr">
              <a:lnSpc>
                <a:spcPct val="100000"/>
              </a:lnSpc>
              <a:spcBef>
                <a:spcPts val="1050"/>
              </a:spcBef>
              <a:spcAft>
                <a:spcPts val="0"/>
              </a:spcAft>
              <a:buSzPts val="1890"/>
              <a:buNone/>
              <a:defRPr sz="2200"/>
            </a:lvl7pPr>
            <a:lvl8pPr lvl="7" algn="ctr">
              <a:lnSpc>
                <a:spcPct val="100000"/>
              </a:lnSpc>
              <a:spcBef>
                <a:spcPts val="1050"/>
              </a:spcBef>
              <a:spcAft>
                <a:spcPts val="0"/>
              </a:spcAft>
              <a:buSzPts val="1890"/>
              <a:buNone/>
              <a:defRPr sz="2200"/>
            </a:lvl8pPr>
            <a:lvl9pPr lvl="8" algn="ctr">
              <a:lnSpc>
                <a:spcPct val="100000"/>
              </a:lnSpc>
              <a:spcBef>
                <a:spcPts val="1050"/>
              </a:spcBef>
              <a:spcAft>
                <a:spcPts val="0"/>
              </a:spcAft>
              <a:buSzPts val="1890"/>
              <a:buNone/>
              <a:defRPr sz="2200"/>
            </a:lvl9pPr>
          </a:lstStyle>
          <a:p/>
        </p:txBody>
      </p:sp>
      <p:sp>
        <p:nvSpPr>
          <p:cNvPr id="120" name="Google Shape;120;g1de21d876e4_3_77"/>
          <p:cNvSpPr txBox="1"/>
          <p:nvPr>
            <p:ph idx="15" type="title"/>
          </p:nvPr>
        </p:nvSpPr>
        <p:spPr>
          <a:xfrm>
            <a:off x="998340" y="573198"/>
            <a:ext cx="10804800" cy="8655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SzPts val="4620"/>
              <a:buNone/>
              <a:defRPr sz="4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g1de21d876e4_3_0"/>
          <p:cNvSpPr txBox="1"/>
          <p:nvPr>
            <p:ph type="title"/>
          </p:nvPr>
        </p:nvSpPr>
        <p:spPr>
          <a:xfrm>
            <a:off x="880110" y="413809"/>
            <a:ext cx="11041500" cy="15024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620"/>
              <a:buFont typeface="Calibri"/>
              <a:buNone/>
              <a:defRPr b="0" i="0" sz="462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g1de21d876e4_3_0"/>
          <p:cNvSpPr txBox="1"/>
          <p:nvPr>
            <p:ph idx="1" type="body"/>
          </p:nvPr>
        </p:nvSpPr>
        <p:spPr>
          <a:xfrm>
            <a:off x="880110" y="2069042"/>
            <a:ext cx="11041500" cy="4931400"/>
          </a:xfrm>
          <a:prstGeom prst="rect">
            <a:avLst/>
          </a:prstGeom>
          <a:noFill/>
          <a:ln>
            <a:noFill/>
          </a:ln>
        </p:spPr>
        <p:txBody>
          <a:bodyPr anchorCtr="0" anchor="t" bIns="45700" lIns="91425" spcFirstLastPara="1" rIns="91425" wrap="square" tIns="45700">
            <a:normAutofit/>
          </a:bodyPr>
          <a:lstStyle>
            <a:lvl1pPr indent="-415290" lvl="0" marL="457200" marR="0" rtl="0" algn="l">
              <a:lnSpc>
                <a:spcPct val="90000"/>
              </a:lnSpc>
              <a:spcBef>
                <a:spcPts val="1050"/>
              </a:spcBef>
              <a:spcAft>
                <a:spcPts val="0"/>
              </a:spcAft>
              <a:buClr>
                <a:schemeClr val="dk1"/>
              </a:buClr>
              <a:buSzPts val="2940"/>
              <a:buFont typeface="Arial"/>
              <a:buChar char="•"/>
              <a:defRPr b="0" i="0" sz="2940" u="none" cap="none" strike="noStrike">
                <a:solidFill>
                  <a:schemeClr val="dk1"/>
                </a:solidFill>
                <a:latin typeface="Calibri"/>
                <a:ea typeface="Calibri"/>
                <a:cs typeface="Calibri"/>
                <a:sym typeface="Calibri"/>
              </a:defRPr>
            </a:lvl1pPr>
            <a:lvl2pPr indent="-388620" lvl="1" marL="914400" marR="0" rtl="0" algn="l">
              <a:lnSpc>
                <a:spcPct val="90000"/>
              </a:lnSpc>
              <a:spcBef>
                <a:spcPts val="525"/>
              </a:spcBef>
              <a:spcAft>
                <a:spcPts val="0"/>
              </a:spcAft>
              <a:buClr>
                <a:schemeClr val="dk1"/>
              </a:buClr>
              <a:buSzPts val="2520"/>
              <a:buFont typeface="Arial"/>
              <a:buChar char="•"/>
              <a:defRPr b="0" i="0" sz="2520" u="none" cap="none" strike="noStrike">
                <a:solidFill>
                  <a:schemeClr val="dk1"/>
                </a:solidFill>
                <a:latin typeface="Calibri"/>
                <a:ea typeface="Calibri"/>
                <a:cs typeface="Calibri"/>
                <a:sym typeface="Calibri"/>
              </a:defRPr>
            </a:lvl2pPr>
            <a:lvl3pPr indent="-361950" lvl="2" marL="1371600" marR="0" rtl="0" algn="l">
              <a:lnSpc>
                <a:spcPct val="90000"/>
              </a:lnSpc>
              <a:spcBef>
                <a:spcPts val="52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3pPr>
            <a:lvl4pPr indent="-348615" lvl="3" marL="1828800" marR="0" rtl="0" algn="l">
              <a:lnSpc>
                <a:spcPct val="90000"/>
              </a:lnSpc>
              <a:spcBef>
                <a:spcPts val="525"/>
              </a:spcBef>
              <a:spcAft>
                <a:spcPts val="0"/>
              </a:spcAft>
              <a:buClr>
                <a:schemeClr val="dk1"/>
              </a:buClr>
              <a:buSzPts val="1890"/>
              <a:buFont typeface="Arial"/>
              <a:buChar char="•"/>
              <a:defRPr b="0" i="0" sz="1890" u="none" cap="none" strike="noStrike">
                <a:solidFill>
                  <a:schemeClr val="dk1"/>
                </a:solidFill>
                <a:latin typeface="Calibri"/>
                <a:ea typeface="Calibri"/>
                <a:cs typeface="Calibri"/>
                <a:sym typeface="Calibri"/>
              </a:defRPr>
            </a:lvl4pPr>
            <a:lvl5pPr indent="-348615" lvl="4" marL="2286000" marR="0" rtl="0" algn="l">
              <a:lnSpc>
                <a:spcPct val="90000"/>
              </a:lnSpc>
              <a:spcBef>
                <a:spcPts val="525"/>
              </a:spcBef>
              <a:spcAft>
                <a:spcPts val="0"/>
              </a:spcAft>
              <a:buClr>
                <a:schemeClr val="dk1"/>
              </a:buClr>
              <a:buSzPts val="1890"/>
              <a:buFont typeface="Arial"/>
              <a:buChar char="•"/>
              <a:defRPr b="0" i="0" sz="1890" u="none" cap="none" strike="noStrike">
                <a:solidFill>
                  <a:schemeClr val="dk1"/>
                </a:solidFill>
                <a:latin typeface="Calibri"/>
                <a:ea typeface="Calibri"/>
                <a:cs typeface="Calibri"/>
                <a:sym typeface="Calibri"/>
              </a:defRPr>
            </a:lvl5pPr>
            <a:lvl6pPr indent="-348615" lvl="5" marL="2743200" marR="0" rtl="0" algn="l">
              <a:lnSpc>
                <a:spcPct val="90000"/>
              </a:lnSpc>
              <a:spcBef>
                <a:spcPts val="525"/>
              </a:spcBef>
              <a:spcAft>
                <a:spcPts val="0"/>
              </a:spcAft>
              <a:buClr>
                <a:schemeClr val="dk1"/>
              </a:buClr>
              <a:buSzPts val="1890"/>
              <a:buFont typeface="Arial"/>
              <a:buChar char="•"/>
              <a:defRPr b="0" i="0" sz="1890" u="none" cap="none" strike="noStrike">
                <a:solidFill>
                  <a:schemeClr val="dk1"/>
                </a:solidFill>
                <a:latin typeface="Calibri"/>
                <a:ea typeface="Calibri"/>
                <a:cs typeface="Calibri"/>
                <a:sym typeface="Calibri"/>
              </a:defRPr>
            </a:lvl6pPr>
            <a:lvl7pPr indent="-348615" lvl="6" marL="3200400" marR="0" rtl="0" algn="l">
              <a:lnSpc>
                <a:spcPct val="90000"/>
              </a:lnSpc>
              <a:spcBef>
                <a:spcPts val="525"/>
              </a:spcBef>
              <a:spcAft>
                <a:spcPts val="0"/>
              </a:spcAft>
              <a:buClr>
                <a:schemeClr val="dk1"/>
              </a:buClr>
              <a:buSzPts val="1890"/>
              <a:buFont typeface="Arial"/>
              <a:buChar char="•"/>
              <a:defRPr b="0" i="0" sz="1890" u="none" cap="none" strike="noStrike">
                <a:solidFill>
                  <a:schemeClr val="dk1"/>
                </a:solidFill>
                <a:latin typeface="Calibri"/>
                <a:ea typeface="Calibri"/>
                <a:cs typeface="Calibri"/>
                <a:sym typeface="Calibri"/>
              </a:defRPr>
            </a:lvl7pPr>
            <a:lvl8pPr indent="-348615" lvl="7" marL="3657600" marR="0" rtl="0" algn="l">
              <a:lnSpc>
                <a:spcPct val="90000"/>
              </a:lnSpc>
              <a:spcBef>
                <a:spcPts val="525"/>
              </a:spcBef>
              <a:spcAft>
                <a:spcPts val="0"/>
              </a:spcAft>
              <a:buClr>
                <a:schemeClr val="dk1"/>
              </a:buClr>
              <a:buSzPts val="1890"/>
              <a:buFont typeface="Arial"/>
              <a:buChar char="•"/>
              <a:defRPr b="0" i="0" sz="1890" u="none" cap="none" strike="noStrike">
                <a:solidFill>
                  <a:schemeClr val="dk1"/>
                </a:solidFill>
                <a:latin typeface="Calibri"/>
                <a:ea typeface="Calibri"/>
                <a:cs typeface="Calibri"/>
                <a:sym typeface="Calibri"/>
              </a:defRPr>
            </a:lvl8pPr>
            <a:lvl9pPr indent="-348615" lvl="8" marL="4114800" marR="0" rtl="0" algn="l">
              <a:lnSpc>
                <a:spcPct val="90000"/>
              </a:lnSpc>
              <a:spcBef>
                <a:spcPts val="525"/>
              </a:spcBef>
              <a:spcAft>
                <a:spcPts val="0"/>
              </a:spcAft>
              <a:buClr>
                <a:schemeClr val="dk1"/>
              </a:buClr>
              <a:buSzPts val="1890"/>
              <a:buFont typeface="Arial"/>
              <a:buChar char="•"/>
              <a:defRPr b="0" i="0" sz="1890" u="none" cap="none" strike="noStrike">
                <a:solidFill>
                  <a:schemeClr val="dk1"/>
                </a:solidFill>
                <a:latin typeface="Calibri"/>
                <a:ea typeface="Calibri"/>
                <a:cs typeface="Calibri"/>
                <a:sym typeface="Calibri"/>
              </a:defRPr>
            </a:lvl9pPr>
          </a:lstStyle>
          <a:p/>
        </p:txBody>
      </p:sp>
      <p:sp>
        <p:nvSpPr>
          <p:cNvPr id="8" name="Google Shape;8;g1de21d876e4_3_0"/>
          <p:cNvSpPr txBox="1"/>
          <p:nvPr>
            <p:ph idx="10" type="dt"/>
          </p:nvPr>
        </p:nvSpPr>
        <p:spPr>
          <a:xfrm>
            <a:off x="880110" y="7203864"/>
            <a:ext cx="2880300" cy="4137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6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9pPr>
          </a:lstStyle>
          <a:p/>
        </p:txBody>
      </p:sp>
      <p:sp>
        <p:nvSpPr>
          <p:cNvPr id="9" name="Google Shape;9;g1de21d876e4_3_0"/>
          <p:cNvSpPr txBox="1"/>
          <p:nvPr>
            <p:ph idx="11" type="ftr"/>
          </p:nvPr>
        </p:nvSpPr>
        <p:spPr>
          <a:xfrm>
            <a:off x="4240530" y="7203864"/>
            <a:ext cx="4320600" cy="4137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6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944" u="none" cap="none" strike="noStrike">
                <a:solidFill>
                  <a:schemeClr val="dk1"/>
                </a:solidFill>
                <a:latin typeface="Calibri"/>
                <a:ea typeface="Calibri"/>
                <a:cs typeface="Calibri"/>
                <a:sym typeface="Calibri"/>
              </a:defRPr>
            </a:lvl9pPr>
          </a:lstStyle>
          <a:p/>
        </p:txBody>
      </p:sp>
      <p:sp>
        <p:nvSpPr>
          <p:cNvPr id="10" name="Google Shape;10;g1de21d876e4_3_0"/>
          <p:cNvSpPr txBox="1"/>
          <p:nvPr>
            <p:ph idx="12" type="sldNum"/>
          </p:nvPr>
        </p:nvSpPr>
        <p:spPr>
          <a:xfrm>
            <a:off x="9041130" y="7203864"/>
            <a:ext cx="2880300" cy="4137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60"/>
              <a:buFont typeface="Arial"/>
              <a:buNone/>
              <a:defRPr b="0" i="0" sz="126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g1d17b9694e4_1_5"/>
          <p:cNvSpPr txBox="1"/>
          <p:nvPr/>
        </p:nvSpPr>
        <p:spPr>
          <a:xfrm>
            <a:off x="2116255" y="2353420"/>
            <a:ext cx="10515600" cy="5358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3000" u="none" cap="none" strike="noStrike">
                <a:solidFill>
                  <a:srgbClr val="1A1A1A"/>
                </a:solidFill>
                <a:latin typeface="Arial"/>
                <a:ea typeface="Arial"/>
                <a:cs typeface="Arial"/>
                <a:sym typeface="Arial"/>
              </a:rPr>
              <a:t>Procesamiento concurrente de pedidos</a:t>
            </a:r>
            <a:endParaRPr/>
          </a:p>
        </p:txBody>
      </p:sp>
      <p:sp>
        <p:nvSpPr>
          <p:cNvPr id="126" name="Google Shape;126;g1d17b9694e4_1_5"/>
          <p:cNvSpPr txBox="1"/>
          <p:nvPr/>
        </p:nvSpPr>
        <p:spPr>
          <a:xfrm>
            <a:off x="1920240" y="4160520"/>
            <a:ext cx="8961120" cy="4572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0" i="0" lang="es-CO" sz="2000" u="none" cap="none" strike="noStrike">
                <a:solidFill>
                  <a:srgbClr val="444444"/>
                </a:solidFill>
                <a:latin typeface="Arial"/>
                <a:ea typeface="Arial"/>
                <a:cs typeface="Arial"/>
                <a:sym typeface="Arial"/>
              </a:rPr>
              <a:t>Procesos, hilos, sincronización y evidencia en Linux</a:t>
            </a:r>
            <a:endParaRPr/>
          </a:p>
        </p:txBody>
      </p:sp>
      <p:sp>
        <p:nvSpPr>
          <p:cNvPr id="127" name="Google Shape;127;g1d17b9694e4_1_5"/>
          <p:cNvSpPr txBox="1"/>
          <p:nvPr/>
        </p:nvSpPr>
        <p:spPr>
          <a:xfrm>
            <a:off x="1920240" y="4617720"/>
            <a:ext cx="8961000" cy="146304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600"/>
              </a:spcAft>
              <a:buNone/>
            </a:pPr>
            <a:r>
              <a:rPr sz="1400" b="1">
                <a:solidFill>
                  <a:srgbClr val="444444"/>
                </a:solidFill>
                <a:latin typeface="Arial"/>
              </a:rPr>
              <a:t>Asignatura: </a:t>
            </a:r>
            <a:r>
              <a:rPr sz="1400" b="0">
                <a:solidFill>
                  <a:srgbClr val="444444"/>
                </a:solidFill>
                <a:latin typeface="Arial"/>
              </a:rPr>
              <a:t>Sistemas Operativos  ·  </a:t>
            </a:r>
            <a:r>
              <a:rPr sz="1400" b="1">
                <a:solidFill>
                  <a:srgbClr val="444444"/>
                </a:solidFill>
                <a:latin typeface="Arial"/>
              </a:rPr>
              <a:t>Docente: </a:t>
            </a:r>
            <a:r>
              <a:rPr sz="1400" b="0">
                <a:solidFill>
                  <a:srgbClr val="444444"/>
                </a:solidFill>
                <a:latin typeface="Arial"/>
              </a:rPr>
              <a:t>Mgtr. Fredy Antonio Alarcón Fonseca</a:t>
            </a:r>
            <a:endParaRPr sz="1500">
              <a:solidFill>
                <a:srgbClr val="444444"/>
              </a:solidFill>
            </a:endParaRPr>
          </a:p>
          <a:p>
            <a:pPr indent="0" lvl="0" marL="0" marR="0" rtl="0" algn="ctr">
              <a:lnSpc>
                <a:spcPct val="100000"/>
              </a:lnSpc>
              <a:spcBef>
                <a:spcPts val="0"/>
              </a:spcBef>
              <a:spcAft>
                <a:spcPts val="600"/>
              </a:spcAft>
              <a:buNone/>
            </a:pPr>
            <a:r>
              <a:rPr sz="1400" b="0">
                <a:solidFill>
                  <a:srgbClr val="444444"/>
                </a:solidFill>
                <a:latin typeface="Arial"/>
              </a:rPr>
              <a:t>Daniel Santiago Espinosa Castro  ·  Jean Carlos Valencia Barajas  ·  Maria Camila Figueredo Molano</a:t>
            </a:r>
          </a:p>
          <a:p>
            <a:pPr indent="0" lvl="0" marL="0" marR="0" rtl="0" algn="ctr">
              <a:lnSpc>
                <a:spcPct val="100000"/>
              </a:lnSpc>
              <a:spcBef>
                <a:spcPts val="0"/>
              </a:spcBef>
              <a:spcAft>
                <a:spcPts val="600"/>
              </a:spcAft>
              <a:buNone/>
            </a:pPr>
            <a:r>
              <a:rPr sz="1400" b="0">
                <a:solidFill>
                  <a:srgbClr val="444444"/>
                </a:solidFill>
                <a:latin typeface="Arial"/>
              </a:rPr>
              <a:t>Ingeniería de Sistemas y Computación  ·  Seccional Sogamoso  ·  Octubre de 2026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1e000c1fb16_3_9"/>
          <p:cNvSpPr txBox="1"/>
          <p:nvPr/>
        </p:nvSpPr>
        <p:spPr>
          <a:xfrm>
            <a:off x="4260705" y="231475"/>
            <a:ext cx="107898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Problema y objetivo</a:t>
            </a:r>
            <a:endParaRPr/>
          </a:p>
        </p:txBody>
      </p:sp>
      <p:sp>
        <p:nvSpPr>
          <p:cNvPr id="133" name="Google Shape;133;g1e000c1fb16_3_9"/>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 name="Google Shape;134;g1e000c1fb16_3_9"/>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02</a:t>
            </a:r>
            <a:endParaRPr/>
          </a:p>
        </p:txBody>
      </p:sp>
      <p:sp>
        <p:nvSpPr>
          <p:cNvPr id="135" name="Google Shape;135;g1e000c1fb16_3_9"/>
          <p:cNvSpPr txBox="1"/>
          <p:nvPr/>
        </p:nvSpPr>
        <p:spPr>
          <a:xfrm>
            <a:off x="822960" y="1828800"/>
            <a:ext cx="6675000" cy="2562900"/>
          </a:xfrm>
          <a:prstGeom prst="rect">
            <a:avLst/>
          </a:prstGeom>
          <a:noFill/>
          <a:ln>
            <a:noFill/>
          </a:ln>
        </p:spPr>
        <p:txBody>
          <a:bodyPr anchorCtr="0" anchor="t" bIns="45700" lIns="109725" spcFirstLastPara="1" rIns="73150" wrap="square" tIns="45700">
            <a:spAutoFit/>
          </a:bodyPr>
          <a:lstStyle/>
          <a:p>
            <a:pPr indent="0" lvl="0" marL="0" marR="0" rtl="0" algn="l">
              <a:lnSpc>
                <a:spcPct val="100000"/>
              </a:lnSpc>
              <a:spcBef>
                <a:spcPts val="0"/>
              </a:spcBef>
              <a:spcAft>
                <a:spcPts val="0"/>
              </a:spcAft>
              <a:buNone/>
            </a:pPr>
            <a:r>
              <a:rPr b="0" i="0" lang="es-CO" sz="1900" u="none" cap="none" strike="noStrike">
                <a:solidFill>
                  <a:srgbClr val="1A1A1A"/>
                </a:solidFill>
                <a:latin typeface="Arial"/>
                <a:ea typeface="Arial"/>
                <a:cs typeface="Arial"/>
                <a:sym typeface="Arial"/>
              </a:rPr>
              <a:t>•  Una empresa recibe múltiples pedidos al mismo tiempo.</a:t>
            </a:r>
            <a:endParaRPr/>
          </a:p>
          <a:p>
            <a:pPr indent="0" lvl="0" marL="0" marR="0" rtl="0" algn="l">
              <a:lnSpc>
                <a:spcPct val="100000"/>
              </a:lnSpc>
              <a:spcBef>
                <a:spcPts val="1100"/>
              </a:spcBef>
              <a:spcAft>
                <a:spcPts val="0"/>
              </a:spcAft>
              <a:buNone/>
            </a:pPr>
            <a:r>
              <a:rPr b="0" i="0" lang="es-CO" sz="1900" u="none" cap="none" strike="noStrike">
                <a:solidFill>
                  <a:srgbClr val="1A1A1A"/>
                </a:solidFill>
                <a:latin typeface="Arial"/>
                <a:ea typeface="Arial"/>
                <a:cs typeface="Arial"/>
                <a:sym typeface="Arial"/>
              </a:rPr>
              <a:t>•  Cada pedido valida datos, actualiza inventario, factura y prepara despacho.</a:t>
            </a:r>
            <a:endParaRPr/>
          </a:p>
          <a:p>
            <a:pPr indent="0" lvl="0" marL="0" marR="0" rtl="0" algn="l">
              <a:lnSpc>
                <a:spcPct val="100000"/>
              </a:lnSpc>
              <a:spcBef>
                <a:spcPts val="1100"/>
              </a:spcBef>
              <a:spcAft>
                <a:spcPts val="0"/>
              </a:spcAft>
              <a:buNone/>
            </a:pPr>
            <a:r>
              <a:rPr b="0" i="0" lang="es-CO" sz="1900" u="none" cap="none" strike="noStrike">
                <a:solidFill>
                  <a:srgbClr val="1A1A1A"/>
                </a:solidFill>
                <a:latin typeface="Arial"/>
                <a:ea typeface="Arial"/>
                <a:cs typeface="Arial"/>
                <a:sym typeface="Arial"/>
              </a:rPr>
              <a:t>•  El proyecto compara ejecución secuencial, concurrencia y sincronización.</a:t>
            </a:r>
            <a:endParaRPr/>
          </a:p>
          <a:p>
            <a:pPr indent="0" lvl="0" marL="0" marR="0" rtl="0" algn="l">
              <a:lnSpc>
                <a:spcPct val="100000"/>
              </a:lnSpc>
              <a:spcBef>
                <a:spcPts val="1100"/>
              </a:spcBef>
              <a:spcAft>
                <a:spcPts val="0"/>
              </a:spcAft>
              <a:buNone/>
            </a:pPr>
            <a:r>
              <a:rPr b="0" i="0" lang="es-CO" sz="1900" u="none" cap="none" strike="noStrike">
                <a:solidFill>
                  <a:srgbClr val="1A1A1A"/>
                </a:solidFill>
                <a:latin typeface="Arial"/>
                <a:ea typeface="Arial"/>
                <a:cs typeface="Arial"/>
                <a:sym typeface="Arial"/>
              </a:rPr>
              <a:t>•  La evidencia </a:t>
            </a:r>
            <a:r>
              <a:rPr lang="es-CO" sz="1900">
                <a:solidFill>
                  <a:srgbClr val="1A1A1A"/>
                </a:solidFill>
              </a:rPr>
              <a:t>muestra</a:t>
            </a:r>
            <a:r>
              <a:rPr b="0" i="0" lang="es-CO" sz="1900" u="none" cap="none" strike="noStrike">
                <a:solidFill>
                  <a:srgbClr val="1A1A1A"/>
                </a:solidFill>
                <a:latin typeface="Arial"/>
                <a:ea typeface="Arial"/>
                <a:cs typeface="Arial"/>
                <a:sym typeface="Arial"/>
              </a:rPr>
              <a:t> procesos, hilos, CPU, memoria y errores reproducibles.</a:t>
            </a:r>
            <a:endParaRPr/>
          </a:p>
        </p:txBody>
      </p:sp>
      <p:sp>
        <p:nvSpPr>
          <p:cNvPr id="136" name="Google Shape;136;g1e000c1fb16_3_9"/>
          <p:cNvSpPr/>
          <p:nvPr/>
        </p:nvSpPr>
        <p:spPr>
          <a:xfrm>
            <a:off x="8412480" y="2148840"/>
            <a:ext cx="2834640" cy="205740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100" u="none" cap="none" strike="noStrike">
                <a:solidFill>
                  <a:srgbClr val="1A1A1A"/>
                </a:solidFill>
                <a:latin typeface="Arial"/>
                <a:ea typeface="Arial"/>
                <a:cs typeface="Arial"/>
                <a:sym typeface="Arial"/>
              </a:rPr>
              <a:t>META</a:t>
            </a:r>
            <a:br>
              <a:rPr b="1" i="0" lang="es-CO" sz="2100" u="none" cap="none" strike="noStrike">
                <a:solidFill>
                  <a:srgbClr val="1A1A1A"/>
                </a:solidFill>
                <a:latin typeface="Arial"/>
                <a:ea typeface="Arial"/>
                <a:cs typeface="Arial"/>
                <a:sym typeface="Arial"/>
              </a:rPr>
            </a:br>
            <a:r>
              <a:rPr b="1" i="0" lang="es-CO" sz="2100" u="none" cap="none" strike="noStrike">
                <a:solidFill>
                  <a:srgbClr val="1A1A1A"/>
                </a:solidFill>
                <a:latin typeface="Arial"/>
                <a:ea typeface="Arial"/>
                <a:cs typeface="Arial"/>
                <a:sym typeface="Arial"/>
              </a:rPr>
              <a:t>Procesar más pedidos</a:t>
            </a:r>
            <a:br>
              <a:rPr b="1" i="0" lang="es-CO" sz="2100" u="none" cap="none" strike="noStrike">
                <a:solidFill>
                  <a:srgbClr val="1A1A1A"/>
                </a:solidFill>
                <a:latin typeface="Arial"/>
                <a:ea typeface="Arial"/>
                <a:cs typeface="Arial"/>
                <a:sym typeface="Arial"/>
              </a:rPr>
            </a:br>
            <a:r>
              <a:rPr b="1" i="0" lang="es-CO" sz="2100" u="none" cap="none" strike="noStrike">
                <a:solidFill>
                  <a:srgbClr val="1A1A1A"/>
                </a:solidFill>
                <a:latin typeface="Arial"/>
                <a:ea typeface="Arial"/>
                <a:cs typeface="Arial"/>
                <a:sym typeface="Arial"/>
              </a:rPr>
              <a:t>sin perder consistencia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1e000c1fb16_2_0"/>
          <p:cNvSpPr txBox="1"/>
          <p:nvPr/>
        </p:nvSpPr>
        <p:spPr>
          <a:xfrm>
            <a:off x="4529828" y="241500"/>
            <a:ext cx="53457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Arquitectura implementada</a:t>
            </a:r>
            <a:endParaRPr/>
          </a:p>
        </p:txBody>
      </p:sp>
      <p:sp>
        <p:nvSpPr>
          <p:cNvPr id="142" name="Google Shape;142;g1e000c1fb16_2_0"/>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 name="Google Shape;143;g1e000c1fb16_2_0"/>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03</a:t>
            </a:r>
            <a:endParaRPr/>
          </a:p>
        </p:txBody>
      </p:sp>
      <p:sp>
        <p:nvSpPr>
          <p:cNvPr id="144" name="Google Shape;144;g1e000c1fb16_2_0"/>
          <p:cNvSpPr/>
          <p:nvPr/>
        </p:nvSpPr>
        <p:spPr>
          <a:xfrm>
            <a:off x="594360" y="2194560"/>
            <a:ext cx="1645920" cy="105156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Clientes TCP</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concurrentes</a:t>
            </a:r>
            <a:endParaRPr/>
          </a:p>
        </p:txBody>
      </p:sp>
      <p:sp>
        <p:nvSpPr>
          <p:cNvPr id="145" name="Google Shape;145;g1e000c1fb16_2_0"/>
          <p:cNvSpPr/>
          <p:nvPr/>
        </p:nvSpPr>
        <p:spPr>
          <a:xfrm>
            <a:off x="2404872" y="2468879"/>
            <a:ext cx="329184"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 name="Google Shape;146;g1e000c1fb16_2_0"/>
          <p:cNvSpPr/>
          <p:nvPr/>
        </p:nvSpPr>
        <p:spPr>
          <a:xfrm>
            <a:off x="2651760" y="2194560"/>
            <a:ext cx="1828800" cy="105156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Proceso principal</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Servidor</a:t>
            </a:r>
            <a:endParaRPr/>
          </a:p>
        </p:txBody>
      </p:sp>
      <p:sp>
        <p:nvSpPr>
          <p:cNvPr id="147" name="Google Shape;147;g1e000c1fb16_2_0"/>
          <p:cNvSpPr/>
          <p:nvPr/>
        </p:nvSpPr>
        <p:spPr>
          <a:xfrm>
            <a:off x="4645152" y="2468879"/>
            <a:ext cx="329184"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g1e000c1fb16_2_0"/>
          <p:cNvSpPr/>
          <p:nvPr/>
        </p:nvSpPr>
        <p:spPr>
          <a:xfrm>
            <a:off x="4983475" y="2194550"/>
            <a:ext cx="1774200" cy="105150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JoinableQueue</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Pedidos</a:t>
            </a:r>
            <a:endParaRPr/>
          </a:p>
        </p:txBody>
      </p:sp>
      <p:sp>
        <p:nvSpPr>
          <p:cNvPr id="149" name="Google Shape;149;g1e000c1fb16_2_0"/>
          <p:cNvSpPr/>
          <p:nvPr/>
        </p:nvSpPr>
        <p:spPr>
          <a:xfrm>
            <a:off x="6793992" y="2468879"/>
            <a:ext cx="329184"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g1e000c1fb16_2_0"/>
          <p:cNvSpPr/>
          <p:nvPr/>
        </p:nvSpPr>
        <p:spPr>
          <a:xfrm>
            <a:off x="7132320" y="2194560"/>
            <a:ext cx="1645920" cy="105156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Workers</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Procesos</a:t>
            </a:r>
            <a:endParaRPr/>
          </a:p>
        </p:txBody>
      </p:sp>
      <p:sp>
        <p:nvSpPr>
          <p:cNvPr id="151" name="Google Shape;151;g1e000c1fb16_2_0"/>
          <p:cNvSpPr/>
          <p:nvPr/>
        </p:nvSpPr>
        <p:spPr>
          <a:xfrm>
            <a:off x="8942832" y="2468879"/>
            <a:ext cx="329184"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g1e000c1fb16_2_0"/>
          <p:cNvSpPr/>
          <p:nvPr/>
        </p:nvSpPr>
        <p:spPr>
          <a:xfrm>
            <a:off x="9281160" y="2194560"/>
            <a:ext cx="1645920" cy="105156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ThreadPool</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Hilos</a:t>
            </a:r>
            <a:endParaRPr/>
          </a:p>
        </p:txBody>
      </p:sp>
      <p:sp>
        <p:nvSpPr>
          <p:cNvPr id="153" name="Google Shape;153;g1e000c1fb16_2_0"/>
          <p:cNvSpPr/>
          <p:nvPr/>
        </p:nvSpPr>
        <p:spPr>
          <a:xfrm>
            <a:off x="2743200" y="4206240"/>
            <a:ext cx="7132320" cy="731520"/>
          </a:xfrm>
          <a:prstGeom prst="roundRect">
            <a:avLst>
              <a:gd fmla="val 16667" name="adj"/>
            </a:avLst>
          </a:prstGeom>
          <a:solidFill>
            <a:srgbClr val="FFFFFF"/>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Inventario compartido (RawArray) + inventory_lock</a:t>
            </a:r>
            <a:endParaRPr/>
          </a:p>
        </p:txBody>
      </p:sp>
      <p:sp>
        <p:nvSpPr>
          <p:cNvPr id="154" name="Google Shape;154;g1e000c1fb16_2_0"/>
          <p:cNvSpPr txBox="1"/>
          <p:nvPr/>
        </p:nvSpPr>
        <p:spPr>
          <a:xfrm>
            <a:off x="1188720" y="5303520"/>
            <a:ext cx="10241280" cy="50292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0" i="0" lang="es-CO" sz="1700" u="none" cap="none" strike="noStrike">
                <a:solidFill>
                  <a:srgbClr val="1A1A1A"/>
                </a:solidFill>
                <a:latin typeface="Arial"/>
                <a:ea typeface="Arial"/>
                <a:cs typeface="Arial"/>
                <a:sym typeface="Arial"/>
              </a:rPr>
              <a:t>El proceso principal produce pedidos; los procesos trabajadores y sus hilos los consumen.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1e000c1fb16_2_9"/>
          <p:cNvSpPr txBox="1"/>
          <p:nvPr/>
        </p:nvSpPr>
        <p:spPr>
          <a:xfrm>
            <a:off x="4285877" y="0"/>
            <a:ext cx="5816100" cy="9051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Flujo de procesamiento de cada pedido</a:t>
            </a:r>
            <a:endParaRPr/>
          </a:p>
        </p:txBody>
      </p:sp>
      <p:sp>
        <p:nvSpPr>
          <p:cNvPr id="160" name="Google Shape;160;g1e000c1fb16_2_9"/>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g1e000c1fb16_2_9"/>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05</a:t>
            </a:r>
            <a:endParaRPr/>
          </a:p>
        </p:txBody>
      </p:sp>
      <p:sp>
        <p:nvSpPr>
          <p:cNvPr id="162" name="Google Shape;162;g1e000c1fb16_2_9"/>
          <p:cNvSpPr/>
          <p:nvPr/>
        </p:nvSpPr>
        <p:spPr>
          <a:xfrm>
            <a:off x="685800" y="2011680"/>
            <a:ext cx="502920" cy="502920"/>
          </a:xfrm>
          <a:prstGeom prst="roundRect">
            <a:avLst>
              <a:gd fmla="val 16667" name="adj"/>
            </a:avLst>
          </a:prstGeom>
          <a:solidFill>
            <a:srgbClr val="FFCC29"/>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1</a:t>
            </a:r>
            <a:endParaRPr/>
          </a:p>
        </p:txBody>
      </p:sp>
      <p:sp>
        <p:nvSpPr>
          <p:cNvPr id="163" name="Google Shape;163;g1e000c1fb16_2_9"/>
          <p:cNvSpPr/>
          <p:nvPr/>
        </p:nvSpPr>
        <p:spPr>
          <a:xfrm>
            <a:off x="685800" y="2697480"/>
            <a:ext cx="2331720" cy="123444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Validación</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Producto y cantidad</a:t>
            </a:r>
            <a:endParaRPr/>
          </a:p>
        </p:txBody>
      </p:sp>
      <p:sp>
        <p:nvSpPr>
          <p:cNvPr id="164" name="Google Shape;164;g1e000c1fb16_2_9"/>
          <p:cNvSpPr/>
          <p:nvPr/>
        </p:nvSpPr>
        <p:spPr>
          <a:xfrm>
            <a:off x="3136392" y="3063240"/>
            <a:ext cx="274320" cy="438912"/>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 name="Google Shape;165;g1e000c1fb16_2_9"/>
          <p:cNvSpPr/>
          <p:nvPr/>
        </p:nvSpPr>
        <p:spPr>
          <a:xfrm>
            <a:off x="3566160" y="2011680"/>
            <a:ext cx="502920" cy="502920"/>
          </a:xfrm>
          <a:prstGeom prst="roundRect">
            <a:avLst>
              <a:gd fmla="val 16667" name="adj"/>
            </a:avLst>
          </a:prstGeom>
          <a:solidFill>
            <a:srgbClr val="FFCC29"/>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2</a:t>
            </a:r>
            <a:endParaRPr/>
          </a:p>
        </p:txBody>
      </p:sp>
      <p:sp>
        <p:nvSpPr>
          <p:cNvPr id="166" name="Google Shape;166;g1e000c1fb16_2_9"/>
          <p:cNvSpPr/>
          <p:nvPr/>
        </p:nvSpPr>
        <p:spPr>
          <a:xfrm>
            <a:off x="3566160" y="2697480"/>
            <a:ext cx="2331720" cy="123444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Inventario</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Verificar y descontar</a:t>
            </a:r>
            <a:endParaRPr/>
          </a:p>
        </p:txBody>
      </p:sp>
      <p:sp>
        <p:nvSpPr>
          <p:cNvPr id="167" name="Google Shape;167;g1e000c1fb16_2_9"/>
          <p:cNvSpPr/>
          <p:nvPr/>
        </p:nvSpPr>
        <p:spPr>
          <a:xfrm>
            <a:off x="6016752" y="3063240"/>
            <a:ext cx="274320" cy="438912"/>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g1e000c1fb16_2_9"/>
          <p:cNvSpPr/>
          <p:nvPr/>
        </p:nvSpPr>
        <p:spPr>
          <a:xfrm>
            <a:off x="6446520" y="2011680"/>
            <a:ext cx="502920" cy="502920"/>
          </a:xfrm>
          <a:prstGeom prst="roundRect">
            <a:avLst>
              <a:gd fmla="val 16667" name="adj"/>
            </a:avLst>
          </a:prstGeom>
          <a:solidFill>
            <a:srgbClr val="FFCC29"/>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3</a:t>
            </a:r>
            <a:endParaRPr/>
          </a:p>
        </p:txBody>
      </p:sp>
      <p:sp>
        <p:nvSpPr>
          <p:cNvPr id="169" name="Google Shape;169;g1e000c1fb16_2_9"/>
          <p:cNvSpPr/>
          <p:nvPr/>
        </p:nvSpPr>
        <p:spPr>
          <a:xfrm>
            <a:off x="6446520" y="2697480"/>
            <a:ext cx="2331720" cy="123444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Factura</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Total e identificador</a:t>
            </a:r>
            <a:endParaRPr/>
          </a:p>
        </p:txBody>
      </p:sp>
      <p:sp>
        <p:nvSpPr>
          <p:cNvPr id="170" name="Google Shape;170;g1e000c1fb16_2_9"/>
          <p:cNvSpPr/>
          <p:nvPr/>
        </p:nvSpPr>
        <p:spPr>
          <a:xfrm>
            <a:off x="8897112" y="3063240"/>
            <a:ext cx="274320" cy="438912"/>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 name="Google Shape;171;g1e000c1fb16_2_9"/>
          <p:cNvSpPr/>
          <p:nvPr/>
        </p:nvSpPr>
        <p:spPr>
          <a:xfrm>
            <a:off x="9326880" y="2011680"/>
            <a:ext cx="502920" cy="502920"/>
          </a:xfrm>
          <a:prstGeom prst="roundRect">
            <a:avLst>
              <a:gd fmla="val 16667" name="adj"/>
            </a:avLst>
          </a:prstGeom>
          <a:solidFill>
            <a:srgbClr val="FFCC29"/>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4</a:t>
            </a:r>
            <a:endParaRPr/>
          </a:p>
        </p:txBody>
      </p:sp>
      <p:sp>
        <p:nvSpPr>
          <p:cNvPr id="172" name="Google Shape;172;g1e000c1fb16_2_9"/>
          <p:cNvSpPr/>
          <p:nvPr/>
        </p:nvSpPr>
        <p:spPr>
          <a:xfrm>
            <a:off x="9326880" y="2697480"/>
            <a:ext cx="2331720" cy="123444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Despacho</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Guía y estado final</a:t>
            </a:r>
            <a:endParaRPr/>
          </a:p>
        </p:txBody>
      </p:sp>
      <p:sp>
        <p:nvSpPr>
          <p:cNvPr id="173" name="Google Shape;173;g1e000c1fb16_2_9"/>
          <p:cNvSpPr txBox="1"/>
          <p:nvPr/>
        </p:nvSpPr>
        <p:spPr>
          <a:xfrm>
            <a:off x="822960" y="4572000"/>
            <a:ext cx="2286000" cy="36576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Trazas del servidor</a:t>
            </a:r>
            <a:endParaRPr/>
          </a:p>
        </p:txBody>
      </p:sp>
      <p:sp>
        <p:nvSpPr>
          <p:cNvPr id="174" name="Google Shape;174;g1e000c1fb16_2_9"/>
          <p:cNvSpPr/>
          <p:nvPr/>
        </p:nvSpPr>
        <p:spPr>
          <a:xfrm>
            <a:off x="822960" y="5029200"/>
            <a:ext cx="10881360" cy="685800"/>
          </a:xfrm>
          <a:prstGeom prst="rect">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0" i="0" lang="es-CO" sz="1300" u="none" cap="none" strike="noStrike">
                <a:solidFill>
                  <a:srgbClr val="FFFFFF"/>
                </a:solidFill>
                <a:latin typeface="Courier New"/>
                <a:ea typeface="Courier New"/>
                <a:cs typeface="Courier New"/>
                <a:sym typeface="Courier New"/>
              </a:rPr>
              <a:t>Pedido recibido → producido → consumido → procesado → listo para despacho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1e000c1fb16_2_13"/>
          <p:cNvSpPr txBox="1"/>
          <p:nvPr/>
        </p:nvSpPr>
        <p:spPr>
          <a:xfrm>
            <a:off x="4287505" y="233675"/>
            <a:ext cx="107898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Metodología de las pruebas</a:t>
            </a:r>
            <a:endParaRPr/>
          </a:p>
        </p:txBody>
      </p:sp>
      <p:sp>
        <p:nvSpPr>
          <p:cNvPr id="180" name="Google Shape;180;g1e000c1fb16_2_13"/>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g1e000c1fb16_2_13"/>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06</a:t>
            </a:r>
            <a:endParaRPr/>
          </a:p>
        </p:txBody>
      </p:sp>
      <p:graphicFrame>
        <p:nvGraphicFramePr>
          <p:cNvPr id="182" name="Google Shape;182;g1e000c1fb16_2_13"/>
          <p:cNvGraphicFramePr/>
          <p:nvPr/>
        </p:nvGraphicFramePr>
        <p:xfrm>
          <a:off x="731520" y="1828800"/>
          <a:ext cx="3000000" cy="3000000"/>
        </p:xfrm>
        <a:graphic>
          <a:graphicData uri="http://schemas.openxmlformats.org/drawingml/2006/table">
            <a:tbl>
              <a:tblPr bandRow="1" firstRow="1">
                <a:noFill/>
                <a:tableStyleId>{DCA48832-FECA-4B3A-B1ED-FC3FDEAFE90E}</a:tableStyleId>
              </a:tblPr>
              <a:tblGrid>
                <a:gridCol w="1828800"/>
                <a:gridCol w="1280150"/>
                <a:gridCol w="1645925"/>
                <a:gridCol w="2926075"/>
                <a:gridCol w="1828800"/>
              </a:tblGrid>
              <a:tr h="579125">
                <a:tc>
                  <a:txBody>
                    <a:bodyPr/>
                    <a:lstStyle/>
                    <a:p>
                      <a:pPr indent="0" lvl="0" marL="0" marR="0" rtl="0" algn="ctr">
                        <a:lnSpc>
                          <a:spcPct val="100000"/>
                        </a:lnSpc>
                        <a:spcBef>
                          <a:spcPts val="0"/>
                        </a:spcBef>
                        <a:spcAft>
                          <a:spcPts val="0"/>
                        </a:spcAft>
                        <a:buNone/>
                      </a:pPr>
                      <a:r>
                        <a:rPr b="1" lang="es-CO" sz="1400" u="none" cap="none" strike="noStrike">
                          <a:solidFill>
                            <a:srgbClr val="FFFFFF"/>
                          </a:solidFill>
                          <a:latin typeface="Arial"/>
                          <a:ea typeface="Arial"/>
                          <a:cs typeface="Arial"/>
                          <a:sym typeface="Arial"/>
                        </a:rPr>
                        <a:t>Escenario</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b="1" lang="es-CO" sz="1400" u="none" cap="none" strike="noStrike">
                          <a:solidFill>
                            <a:srgbClr val="FFFFFF"/>
                          </a:solidFill>
                          <a:latin typeface="Arial"/>
                          <a:ea typeface="Arial"/>
                          <a:cs typeface="Arial"/>
                          <a:sym typeface="Arial"/>
                        </a:rPr>
                        <a:t>Workers</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b="1" lang="es-CO" sz="1400" u="none" cap="none" strike="noStrike">
                          <a:solidFill>
                            <a:srgbClr val="FFFFFF"/>
                          </a:solidFill>
                          <a:latin typeface="Arial"/>
                          <a:ea typeface="Arial"/>
                          <a:cs typeface="Arial"/>
                          <a:sym typeface="Arial"/>
                        </a:rPr>
                        <a:t>Hilos/worker</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b="1" lang="es-CO" sz="1400" u="none" cap="none" strike="noStrike">
                          <a:solidFill>
                            <a:srgbClr val="FFFFFF"/>
                          </a:solidFill>
                          <a:latin typeface="Arial"/>
                          <a:ea typeface="Arial"/>
                          <a:cs typeface="Arial"/>
                          <a:sym typeface="Arial"/>
                        </a:rPr>
                        <a:t>Pedidos</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b="1" lang="es-CO" sz="1400" u="none" cap="none" strike="noStrike">
                          <a:solidFill>
                            <a:srgbClr val="FFFFFF"/>
                          </a:solidFill>
                          <a:latin typeface="Arial"/>
                          <a:ea typeface="Arial"/>
                          <a:cs typeface="Arial"/>
                          <a:sym typeface="Arial"/>
                        </a:rPr>
                        <a:t>Clientes</a:t>
                      </a:r>
                      <a:endParaRPr/>
                    </a:p>
                  </a:txBody>
                  <a:tcPr marT="27425" marB="27425" marR="45725" marL="45725">
                    <a:solidFill>
                      <a:srgbClr val="1A1A1A"/>
                    </a:solidFill>
                  </a:tcPr>
                </a:tc>
              </a:tr>
              <a:tr h="579125">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Secuencial</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1</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1</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100 / 500 / 1.000</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hasta 100</a:t>
                      </a:r>
                      <a:endParaRPr/>
                    </a:p>
                  </a:txBody>
                  <a:tcPr marT="27425" marB="27425" marR="45725" marL="45725">
                    <a:solidFill>
                      <a:srgbClr val="FFFFFF"/>
                    </a:solidFill>
                  </a:tcPr>
                </a:tc>
              </a:tr>
              <a:tr h="579125">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Concurrente</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2</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4</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100 / 500 / 1.000</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hasta 100</a:t>
                      </a:r>
                      <a:endParaRPr/>
                    </a:p>
                  </a:txBody>
                  <a:tcPr marT="27425" marB="27425" marR="45725" marL="45725">
                    <a:solidFill>
                      <a:srgbClr val="F2F2F2"/>
                    </a:solidFill>
                  </a:tcPr>
                </a:tc>
              </a:tr>
              <a:tr h="579125">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Race</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2</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4</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100 / 500 / 1.000</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hasta 100</a:t>
                      </a:r>
                      <a:endParaRPr/>
                    </a:p>
                  </a:txBody>
                  <a:tcPr marT="27425" marB="27425" marR="45725" marL="45725">
                    <a:solidFill>
                      <a:srgbClr val="FFFFFF"/>
                    </a:solidFill>
                  </a:tcPr>
                </a:tc>
              </a:tr>
              <a:tr h="579125">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Mutex</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2</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4</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100 / 500 / 1.000</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hasta 100</a:t>
                      </a:r>
                      <a:endParaRPr/>
                    </a:p>
                  </a:txBody>
                  <a:tcPr marT="27425" marB="27425" marR="45725" marL="45725">
                    <a:solidFill>
                      <a:srgbClr val="F2F2F2"/>
                    </a:solidFill>
                  </a:tcPr>
                </a:tc>
              </a:tr>
              <a:tr h="579125">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Deadlock</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2 pedidos</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2 hilos</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topología mínima</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400" u="none" cap="none" strike="noStrike">
                          <a:solidFill>
                            <a:srgbClr val="1A1A1A"/>
                          </a:solidFill>
                          <a:latin typeface="Arial"/>
                          <a:ea typeface="Arial"/>
                          <a:cs typeface="Arial"/>
                          <a:sym typeface="Arial"/>
                        </a:rPr>
                        <a:t>—</a:t>
                      </a:r>
                      <a:endParaRPr/>
                    </a:p>
                  </a:txBody>
                  <a:tcPr marT="27425" marB="27425" marR="45725" marL="45725">
                    <a:solidFill>
                      <a:srgbClr val="FFFFFF"/>
                    </a:solidFill>
                  </a:tcPr>
                </a:tc>
              </a:tr>
            </a:tbl>
          </a:graphicData>
        </a:graphic>
      </p:graphicFrame>
      <p:sp>
        <p:nvSpPr>
          <p:cNvPr id="183" name="Google Shape;183;g1e000c1fb16_2_13"/>
          <p:cNvSpPr txBox="1"/>
          <p:nvPr/>
        </p:nvSpPr>
        <p:spPr>
          <a:xfrm>
            <a:off x="914400" y="5669280"/>
            <a:ext cx="10607040" cy="4572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Métricas: tiempo total, pedidos/s, latencia p95, CPU pico, RSS, hilos y actualizaciones perdidas.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1e000c1fb16_2_19"/>
          <p:cNvSpPr txBox="1"/>
          <p:nvPr/>
        </p:nvSpPr>
        <p:spPr>
          <a:xfrm>
            <a:off x="4217330" y="269600"/>
            <a:ext cx="107898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PID, PPID e hilos observados</a:t>
            </a:r>
            <a:endParaRPr/>
          </a:p>
        </p:txBody>
      </p:sp>
      <p:sp>
        <p:nvSpPr>
          <p:cNvPr id="189" name="Google Shape;189;g1e000c1fb16_2_19"/>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g1e000c1fb16_2_19"/>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07</a:t>
            </a:r>
            <a:endParaRPr/>
          </a:p>
        </p:txBody>
      </p:sp>
      <p:sp>
        <p:nvSpPr>
          <p:cNvPr id="191" name="Google Shape;191;g1e000c1fb16_2_19"/>
          <p:cNvSpPr/>
          <p:nvPr/>
        </p:nvSpPr>
        <p:spPr>
          <a:xfrm>
            <a:off x="822960" y="1965960"/>
            <a:ext cx="2194560" cy="91440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PID 145156</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Servidor</a:t>
            </a:r>
            <a:endParaRPr/>
          </a:p>
        </p:txBody>
      </p:sp>
      <p:sp>
        <p:nvSpPr>
          <p:cNvPr id="192" name="Google Shape;192;g1e000c1fb16_2_19"/>
          <p:cNvSpPr/>
          <p:nvPr/>
        </p:nvSpPr>
        <p:spPr>
          <a:xfrm>
            <a:off x="3246120" y="2176272"/>
            <a:ext cx="41148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3" name="Google Shape;193;g1e000c1fb16_2_19"/>
          <p:cNvSpPr/>
          <p:nvPr/>
        </p:nvSpPr>
        <p:spPr>
          <a:xfrm>
            <a:off x="3886200" y="1691640"/>
            <a:ext cx="2057400" cy="91440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PID 145158</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Worker 1</a:t>
            </a:r>
            <a:endParaRPr/>
          </a:p>
        </p:txBody>
      </p:sp>
      <p:sp>
        <p:nvSpPr>
          <p:cNvPr id="194" name="Google Shape;194;g1e000c1fb16_2_19"/>
          <p:cNvSpPr/>
          <p:nvPr/>
        </p:nvSpPr>
        <p:spPr>
          <a:xfrm>
            <a:off x="3886200" y="2971800"/>
            <a:ext cx="2057400" cy="91440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PID 145159</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Worker 2</a:t>
            </a:r>
            <a:endParaRPr/>
          </a:p>
        </p:txBody>
      </p:sp>
      <p:sp>
        <p:nvSpPr>
          <p:cNvPr id="195" name="Google Shape;195;g1e000c1fb16_2_19"/>
          <p:cNvSpPr/>
          <p:nvPr/>
        </p:nvSpPr>
        <p:spPr>
          <a:xfrm>
            <a:off x="6172200" y="2176272"/>
            <a:ext cx="41148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g1e000c1fb16_2_19"/>
          <p:cNvSpPr/>
          <p:nvPr/>
        </p:nvSpPr>
        <p:spPr>
          <a:xfrm>
            <a:off x="6812280" y="2103120"/>
            <a:ext cx="2423160" cy="1051560"/>
          </a:xfrm>
          <a:prstGeom prst="roundRect">
            <a:avLst>
              <a:gd fmla="val 16667" name="adj"/>
            </a:avLst>
          </a:prstGeom>
          <a:solidFill>
            <a:srgbClr val="FFFFFF"/>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8 hilos de trabajo</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 hilos principales</a:t>
            </a:r>
            <a:endParaRPr/>
          </a:p>
        </p:txBody>
      </p:sp>
      <p:sp>
        <p:nvSpPr>
          <p:cNvPr id="197" name="Google Shape;197;g1e000c1fb16_2_19"/>
          <p:cNvSpPr/>
          <p:nvPr/>
        </p:nvSpPr>
        <p:spPr>
          <a:xfrm>
            <a:off x="9738360" y="2103120"/>
            <a:ext cx="1828800" cy="1051560"/>
          </a:xfrm>
          <a:prstGeom prst="roundRect">
            <a:avLst>
              <a:gd fmla="val 16667" name="adj"/>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000" u="none" cap="none" strike="noStrike">
                <a:solidFill>
                  <a:srgbClr val="FFFFFF"/>
                </a:solidFill>
                <a:latin typeface="Arial"/>
                <a:ea typeface="Arial"/>
                <a:cs typeface="Arial"/>
                <a:sym typeface="Arial"/>
              </a:rPr>
              <a:t>12 hilos pico</a:t>
            </a:r>
            <a:endParaRPr/>
          </a:p>
        </p:txBody>
      </p:sp>
      <p:sp>
        <p:nvSpPr>
          <p:cNvPr id="198" name="Google Shape;198;g1e000c1fb16_2_19"/>
          <p:cNvSpPr txBox="1"/>
          <p:nvPr/>
        </p:nvSpPr>
        <p:spPr>
          <a:xfrm>
            <a:off x="914400" y="4572000"/>
            <a:ext cx="10515600" cy="1554480"/>
          </a:xfrm>
          <a:prstGeom prst="rect">
            <a:avLst/>
          </a:prstGeom>
          <a:noFill/>
          <a:ln>
            <a:noFill/>
          </a:ln>
        </p:spPr>
        <p:txBody>
          <a:bodyPr anchorCtr="0" anchor="t" bIns="45700" lIns="109725" spcFirstLastPara="1" rIns="73150" wrap="square" tIns="45700">
            <a:spAutoFit/>
          </a:bodyPr>
          <a:lstStyle/>
          <a:p>
            <a:pPr indent="0" lvl="0" marL="0" marR="0" rtl="0" algn="l">
              <a:lnSpc>
                <a:spcPct val="100000"/>
              </a:lnSpc>
              <a:spcBef>
                <a:spcPts val="0"/>
              </a:spcBef>
              <a:spcAft>
                <a:spcPts val="0"/>
              </a:spcAft>
              <a:buNone/>
            </a:pPr>
            <a:r>
              <a:rPr b="0" i="0" lang="es-CO" sz="1600" u="none" cap="none" strike="noStrike">
                <a:solidFill>
                  <a:srgbClr val="1A1A1A"/>
                </a:solidFill>
                <a:latin typeface="Arial"/>
                <a:ea typeface="Arial"/>
                <a:cs typeface="Arial"/>
                <a:sym typeface="Arial"/>
              </a:rPr>
              <a:t>•  PID identifica cada proceso; PPID enlaza workers con el servidor.</a:t>
            </a:r>
            <a:endParaRPr/>
          </a:p>
          <a:p>
            <a:pPr indent="0" lvl="0" marL="0" marR="0" rtl="0" algn="l">
              <a:lnSpc>
                <a:spcPct val="100000"/>
              </a:lnSpc>
              <a:spcBef>
                <a:spcPts val="1100"/>
              </a:spcBef>
              <a:spcAft>
                <a:spcPts val="0"/>
              </a:spcAft>
              <a:buNone/>
            </a:pPr>
            <a:r>
              <a:rPr b="0" i="0" lang="es-CO" sz="1600" u="none" cap="none" strike="noStrike">
                <a:solidFill>
                  <a:srgbClr val="1A1A1A"/>
                </a:solidFill>
                <a:latin typeface="Arial"/>
                <a:ea typeface="Arial"/>
                <a:cs typeface="Arial"/>
                <a:sym typeface="Arial"/>
              </a:rPr>
              <a:t>•  TID identifica los hilos dentro de /proc/&lt;pid&gt;/task.</a:t>
            </a:r>
            <a:endParaRPr/>
          </a:p>
          <a:p>
            <a:pPr indent="0" lvl="0" marL="0" marR="0" rtl="0" algn="l">
              <a:lnSpc>
                <a:spcPct val="100000"/>
              </a:lnSpc>
              <a:spcBef>
                <a:spcPts val="1100"/>
              </a:spcBef>
              <a:spcAft>
                <a:spcPts val="0"/>
              </a:spcAft>
              <a:buNone/>
            </a:pPr>
            <a:r>
              <a:rPr b="0" i="0" lang="es-CO" sz="1600" u="none" cap="none" strike="noStrike">
                <a:solidFill>
                  <a:srgbClr val="1A1A1A"/>
                </a:solidFill>
                <a:latin typeface="Arial"/>
                <a:ea typeface="Arial"/>
                <a:cs typeface="Arial"/>
                <a:sym typeface="Arial"/>
              </a:rPr>
              <a:t>•  Los PID son una muestra de la ejecución registrada y cambian en cada corrida.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1e000c1fb16_2_23"/>
          <p:cNvSpPr txBox="1"/>
          <p:nvPr/>
        </p:nvSpPr>
        <p:spPr>
          <a:xfrm>
            <a:off x="4239005" y="264000"/>
            <a:ext cx="107898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Secuencial frente a concurrente</a:t>
            </a:r>
            <a:endParaRPr/>
          </a:p>
        </p:txBody>
      </p:sp>
      <p:sp>
        <p:nvSpPr>
          <p:cNvPr id="204" name="Google Shape;204;g1e000c1fb16_2_23"/>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5" name="Google Shape;205;g1e000c1fb16_2_23"/>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09</a:t>
            </a:r>
            <a:endParaRPr/>
          </a:p>
        </p:txBody>
      </p:sp>
      <p:cxnSp>
        <p:nvCxnSpPr>
          <p:cNvPr id="206" name="Google Shape;206;g1e000c1fb16_2_23"/>
          <p:cNvCxnSpPr/>
          <p:nvPr/>
        </p:nvCxnSpPr>
        <p:spPr>
          <a:xfrm>
            <a:off x="777240" y="5532120"/>
            <a:ext cx="7315200" cy="0"/>
          </a:xfrm>
          <a:prstGeom prst="straightConnector1">
            <a:avLst/>
          </a:prstGeom>
          <a:noFill/>
          <a:ln cap="flat" cmpd="sng" w="25400">
            <a:solidFill>
              <a:srgbClr val="828282"/>
            </a:solidFill>
            <a:prstDash val="solid"/>
            <a:round/>
            <a:headEnd len="sm" w="sm" type="none"/>
            <a:tailEnd len="sm" w="sm" type="none"/>
          </a:ln>
          <a:effectLst>
            <a:outerShdw blurRad="40000" rotWithShape="0" dir="5400000" dist="20000">
              <a:srgbClr val="000000">
                <a:alpha val="38039"/>
              </a:srgbClr>
            </a:outerShdw>
          </a:effectLst>
        </p:spPr>
      </p:cxnSp>
      <p:sp>
        <p:nvSpPr>
          <p:cNvPr id="207" name="Google Shape;207;g1e000c1fb16_2_23"/>
          <p:cNvSpPr/>
          <p:nvPr/>
        </p:nvSpPr>
        <p:spPr>
          <a:xfrm>
            <a:off x="1473403" y="5123515"/>
            <a:ext cx="475488" cy="408604"/>
          </a:xfrm>
          <a:prstGeom prst="rect">
            <a:avLst/>
          </a:prstGeom>
          <a:solidFill>
            <a:srgbClr val="1A1A1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g1e000c1fb16_2_23"/>
          <p:cNvSpPr txBox="1"/>
          <p:nvPr/>
        </p:nvSpPr>
        <p:spPr>
          <a:xfrm>
            <a:off x="1391107" y="4867483"/>
            <a:ext cx="64008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000" u="none" cap="none" strike="noStrike">
                <a:solidFill>
                  <a:srgbClr val="1A1A1A"/>
                </a:solidFill>
                <a:latin typeface="Arial"/>
                <a:ea typeface="Arial"/>
                <a:cs typeface="Arial"/>
                <a:sym typeface="Arial"/>
              </a:rPr>
              <a:t>171</a:t>
            </a:r>
            <a:endParaRPr/>
          </a:p>
        </p:txBody>
      </p:sp>
      <p:sp>
        <p:nvSpPr>
          <p:cNvPr id="209" name="Google Shape;209;g1e000c1fb16_2_23"/>
          <p:cNvSpPr/>
          <p:nvPr/>
        </p:nvSpPr>
        <p:spPr>
          <a:xfrm>
            <a:off x="2043988" y="4003230"/>
            <a:ext cx="475488" cy="1528889"/>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g1e000c1fb16_2_23"/>
          <p:cNvSpPr txBox="1"/>
          <p:nvPr/>
        </p:nvSpPr>
        <p:spPr>
          <a:xfrm>
            <a:off x="1961692" y="3747198"/>
            <a:ext cx="64008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000" u="none" cap="none" strike="noStrike">
                <a:solidFill>
                  <a:srgbClr val="1A1A1A"/>
                </a:solidFill>
                <a:latin typeface="Arial"/>
                <a:ea typeface="Arial"/>
                <a:cs typeface="Arial"/>
                <a:sym typeface="Arial"/>
              </a:rPr>
              <a:t>639</a:t>
            </a:r>
            <a:endParaRPr/>
          </a:p>
        </p:txBody>
      </p:sp>
      <p:sp>
        <p:nvSpPr>
          <p:cNvPr id="211" name="Google Shape;211;g1e000c1fb16_2_23"/>
          <p:cNvSpPr txBox="1"/>
          <p:nvPr/>
        </p:nvSpPr>
        <p:spPr>
          <a:xfrm>
            <a:off x="1493519" y="5605272"/>
            <a:ext cx="100584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0" i="0" lang="es-CO" sz="1100" u="none" cap="none" strike="noStrike">
                <a:solidFill>
                  <a:srgbClr val="1A1A1A"/>
                </a:solidFill>
                <a:latin typeface="Arial"/>
                <a:ea typeface="Arial"/>
                <a:cs typeface="Arial"/>
                <a:sym typeface="Arial"/>
              </a:rPr>
              <a:t>100</a:t>
            </a:r>
            <a:endParaRPr/>
          </a:p>
        </p:txBody>
      </p:sp>
      <p:sp>
        <p:nvSpPr>
          <p:cNvPr id="212" name="Google Shape;212;g1e000c1fb16_2_23"/>
          <p:cNvSpPr/>
          <p:nvPr/>
        </p:nvSpPr>
        <p:spPr>
          <a:xfrm>
            <a:off x="3911803" y="5076593"/>
            <a:ext cx="475488" cy="455526"/>
          </a:xfrm>
          <a:prstGeom prst="rect">
            <a:avLst/>
          </a:prstGeom>
          <a:solidFill>
            <a:srgbClr val="1A1A1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g1e000c1fb16_2_23"/>
          <p:cNvSpPr txBox="1"/>
          <p:nvPr/>
        </p:nvSpPr>
        <p:spPr>
          <a:xfrm>
            <a:off x="3829507" y="4820561"/>
            <a:ext cx="64008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000" u="none" cap="none" strike="noStrike">
                <a:solidFill>
                  <a:srgbClr val="1A1A1A"/>
                </a:solidFill>
                <a:latin typeface="Arial"/>
                <a:ea typeface="Arial"/>
                <a:cs typeface="Arial"/>
                <a:sym typeface="Arial"/>
              </a:rPr>
              <a:t>190</a:t>
            </a:r>
            <a:endParaRPr/>
          </a:p>
        </p:txBody>
      </p:sp>
      <p:sp>
        <p:nvSpPr>
          <p:cNvPr id="214" name="Google Shape;214;g1e000c1fb16_2_23"/>
          <p:cNvSpPr/>
          <p:nvPr/>
        </p:nvSpPr>
        <p:spPr>
          <a:xfrm>
            <a:off x="4482388" y="2248803"/>
            <a:ext cx="475488" cy="3283316"/>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g1e000c1fb16_2_23"/>
          <p:cNvSpPr txBox="1"/>
          <p:nvPr/>
        </p:nvSpPr>
        <p:spPr>
          <a:xfrm>
            <a:off x="4400092" y="1992771"/>
            <a:ext cx="64008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000" u="none" cap="none" strike="noStrike">
                <a:solidFill>
                  <a:srgbClr val="1A1A1A"/>
                </a:solidFill>
                <a:latin typeface="Arial"/>
                <a:ea typeface="Arial"/>
                <a:cs typeface="Arial"/>
                <a:sym typeface="Arial"/>
              </a:rPr>
              <a:t>1371</a:t>
            </a:r>
            <a:endParaRPr/>
          </a:p>
        </p:txBody>
      </p:sp>
      <p:sp>
        <p:nvSpPr>
          <p:cNvPr id="216" name="Google Shape;216;g1e000c1fb16_2_23"/>
          <p:cNvSpPr txBox="1"/>
          <p:nvPr/>
        </p:nvSpPr>
        <p:spPr>
          <a:xfrm>
            <a:off x="3931920" y="5605272"/>
            <a:ext cx="100584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0" i="0" lang="es-CO" sz="1100" u="none" cap="none" strike="noStrike">
                <a:solidFill>
                  <a:srgbClr val="1A1A1A"/>
                </a:solidFill>
                <a:latin typeface="Arial"/>
                <a:ea typeface="Arial"/>
                <a:cs typeface="Arial"/>
                <a:sym typeface="Arial"/>
              </a:rPr>
              <a:t>500</a:t>
            </a:r>
            <a:endParaRPr/>
          </a:p>
        </p:txBody>
      </p:sp>
      <p:sp>
        <p:nvSpPr>
          <p:cNvPr id="217" name="Google Shape;217;g1e000c1fb16_2_23"/>
          <p:cNvSpPr/>
          <p:nvPr/>
        </p:nvSpPr>
        <p:spPr>
          <a:xfrm>
            <a:off x="6350203" y="5035992"/>
            <a:ext cx="475488" cy="496127"/>
          </a:xfrm>
          <a:prstGeom prst="rect">
            <a:avLst/>
          </a:prstGeom>
          <a:solidFill>
            <a:srgbClr val="1A1A1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g1e000c1fb16_2_23"/>
          <p:cNvSpPr txBox="1"/>
          <p:nvPr/>
        </p:nvSpPr>
        <p:spPr>
          <a:xfrm>
            <a:off x="6267907" y="4779960"/>
            <a:ext cx="64008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000" u="none" cap="none" strike="noStrike">
                <a:solidFill>
                  <a:srgbClr val="1A1A1A"/>
                </a:solidFill>
                <a:latin typeface="Arial"/>
                <a:ea typeface="Arial"/>
                <a:cs typeface="Arial"/>
                <a:sym typeface="Arial"/>
              </a:rPr>
              <a:t>207</a:t>
            </a:r>
            <a:endParaRPr/>
          </a:p>
        </p:txBody>
      </p:sp>
      <p:sp>
        <p:nvSpPr>
          <p:cNvPr id="219" name="Google Shape;219;g1e000c1fb16_2_23"/>
          <p:cNvSpPr/>
          <p:nvPr/>
        </p:nvSpPr>
        <p:spPr>
          <a:xfrm>
            <a:off x="6920788" y="2011679"/>
            <a:ext cx="475488" cy="3520440"/>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 name="Google Shape;220;g1e000c1fb16_2_23"/>
          <p:cNvSpPr txBox="1"/>
          <p:nvPr/>
        </p:nvSpPr>
        <p:spPr>
          <a:xfrm>
            <a:off x="6838492" y="1755647"/>
            <a:ext cx="64008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000" u="none" cap="none" strike="noStrike">
                <a:solidFill>
                  <a:srgbClr val="1A1A1A"/>
                </a:solidFill>
                <a:latin typeface="Arial"/>
                <a:ea typeface="Arial"/>
                <a:cs typeface="Arial"/>
                <a:sym typeface="Arial"/>
              </a:rPr>
              <a:t>1471</a:t>
            </a:r>
            <a:endParaRPr/>
          </a:p>
        </p:txBody>
      </p:sp>
      <p:sp>
        <p:nvSpPr>
          <p:cNvPr id="221" name="Google Shape;221;g1e000c1fb16_2_23"/>
          <p:cNvSpPr txBox="1"/>
          <p:nvPr/>
        </p:nvSpPr>
        <p:spPr>
          <a:xfrm>
            <a:off x="6370319" y="5605272"/>
            <a:ext cx="1005840" cy="22860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0" i="0" lang="es-CO" sz="1100" u="none" cap="none" strike="noStrike">
                <a:solidFill>
                  <a:srgbClr val="1A1A1A"/>
                </a:solidFill>
                <a:latin typeface="Arial"/>
                <a:ea typeface="Arial"/>
                <a:cs typeface="Arial"/>
                <a:sym typeface="Arial"/>
              </a:rPr>
              <a:t>1.000</a:t>
            </a:r>
            <a:endParaRPr/>
          </a:p>
        </p:txBody>
      </p:sp>
      <p:sp>
        <p:nvSpPr>
          <p:cNvPr id="222" name="Google Shape;222;g1e000c1fb16_2_23"/>
          <p:cNvSpPr/>
          <p:nvPr/>
        </p:nvSpPr>
        <p:spPr>
          <a:xfrm>
            <a:off x="914400" y="1828800"/>
            <a:ext cx="1463040" cy="320040"/>
          </a:xfrm>
          <a:prstGeom prst="roundRect">
            <a:avLst>
              <a:gd fmla="val 16667" name="adj"/>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0" i="0" lang="es-CO" sz="1100" u="none" cap="none" strike="noStrike">
                <a:solidFill>
                  <a:srgbClr val="FFFFFF"/>
                </a:solidFill>
                <a:latin typeface="Arial"/>
                <a:ea typeface="Arial"/>
                <a:cs typeface="Arial"/>
                <a:sym typeface="Arial"/>
              </a:rPr>
              <a:t>Secuencial</a:t>
            </a:r>
            <a:endParaRPr/>
          </a:p>
        </p:txBody>
      </p:sp>
      <p:sp>
        <p:nvSpPr>
          <p:cNvPr id="223" name="Google Shape;223;g1e000c1fb16_2_23"/>
          <p:cNvSpPr/>
          <p:nvPr/>
        </p:nvSpPr>
        <p:spPr>
          <a:xfrm>
            <a:off x="2514600" y="1828800"/>
            <a:ext cx="1463040" cy="320040"/>
          </a:xfrm>
          <a:prstGeom prst="roundRect">
            <a:avLst>
              <a:gd fmla="val 16667" name="adj"/>
            </a:avLst>
          </a:prstGeom>
          <a:solidFill>
            <a:srgbClr val="FFCC29"/>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0" i="0" lang="es-CO" sz="1100" u="none" cap="none" strike="noStrike">
                <a:solidFill>
                  <a:srgbClr val="1A1A1A"/>
                </a:solidFill>
                <a:latin typeface="Arial"/>
                <a:ea typeface="Arial"/>
                <a:cs typeface="Arial"/>
                <a:sym typeface="Arial"/>
              </a:rPr>
              <a:t>Concurrente</a:t>
            </a:r>
            <a:endParaRPr/>
          </a:p>
        </p:txBody>
      </p:sp>
      <p:sp>
        <p:nvSpPr>
          <p:cNvPr id="224" name="Google Shape;224;g1e000c1fb16_2_23"/>
          <p:cNvSpPr/>
          <p:nvPr/>
        </p:nvSpPr>
        <p:spPr>
          <a:xfrm>
            <a:off x="8823960" y="2057400"/>
            <a:ext cx="2148840" cy="118872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3000" u="none" cap="none" strike="noStrike">
                <a:solidFill>
                  <a:srgbClr val="1A1A1A"/>
                </a:solidFill>
                <a:latin typeface="Arial"/>
                <a:ea typeface="Arial"/>
                <a:cs typeface="Arial"/>
                <a:sym typeface="Arial"/>
              </a:rPr>
              <a:t>7,1×</a:t>
            </a:r>
            <a:endParaRPr/>
          </a:p>
        </p:txBody>
      </p:sp>
      <p:sp>
        <p:nvSpPr>
          <p:cNvPr id="225" name="Google Shape;225;g1e000c1fb16_2_23"/>
          <p:cNvSpPr txBox="1"/>
          <p:nvPr/>
        </p:nvSpPr>
        <p:spPr>
          <a:xfrm>
            <a:off x="8412480" y="3429000"/>
            <a:ext cx="3017520" cy="77724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más completados por segundo</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con 1.000 pedidos</a:t>
            </a:r>
            <a:endParaRPr/>
          </a:p>
        </p:txBody>
      </p:sp>
      <p:sp>
        <p:nvSpPr>
          <p:cNvPr id="226" name="Google Shape;226;g1e000c1fb16_2_23"/>
          <p:cNvSpPr txBox="1"/>
          <p:nvPr/>
        </p:nvSpPr>
        <p:spPr>
          <a:xfrm>
            <a:off x="8412480" y="4754880"/>
            <a:ext cx="3017520" cy="73152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0" i="0" lang="es-CO" sz="1500" u="none" cap="none" strike="noStrike">
                <a:solidFill>
                  <a:srgbClr val="444444"/>
                </a:solidFill>
                <a:latin typeface="Arial"/>
                <a:ea typeface="Arial"/>
                <a:cs typeface="Arial"/>
                <a:sym typeface="Arial"/>
              </a:rPr>
              <a:t>La concurrencia reduce el tiempo total de 4,825 s a 0,680 s.</a:t>
            </a:r>
            <a:endParaRPr/>
          </a:p>
        </p:txBody>
      </p:sp>
      <p:sp>
        <p:nvSpPr>
          <p:cNvPr id="227" name="Google Shape;227;g1e000c1fb16_2_23"/>
          <p:cNvSpPr txBox="1"/>
          <p:nvPr/>
        </p:nvSpPr>
        <p:spPr>
          <a:xfrm>
            <a:off x="2377450" y="5885345"/>
            <a:ext cx="4323600" cy="40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CO"/>
              <a:t>Tamaño del lote (número de pedidos)</a:t>
            </a:r>
            <a:endParaRPr/>
          </a:p>
        </p:txBody>
      </p:sp>
      <p:sp>
        <p:nvSpPr>
          <p:cNvPr id="228" name="Google Shape;228;g1e000c1fb16_2_23"/>
          <p:cNvSpPr txBox="1"/>
          <p:nvPr/>
        </p:nvSpPr>
        <p:spPr>
          <a:xfrm rot="-5400000">
            <a:off x="-1710225" y="3682093"/>
            <a:ext cx="4323600" cy="40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CO"/>
              <a:t>Rendimiento promedio (pedidos/s)</a:t>
            </a:r>
            <a:endParaRPr/>
          </a:p>
        </p:txBody>
      </p:sp>
      <p:sp>
        <p:nvSpPr>
          <p:cNvPr id="229" name="Google Shape;229;g1e000c1fb16_2_23"/>
          <p:cNvSpPr txBox="1"/>
          <p:nvPr/>
        </p:nvSpPr>
        <p:spPr>
          <a:xfrm>
            <a:off x="308050" y="7193975"/>
            <a:ext cx="3669600" cy="338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CO" sz="1000"/>
              <a:t>Nota: Rendimiento = pedidos procesados / tiempo total</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1e000c1fb16_2_27"/>
          <p:cNvSpPr txBox="1"/>
          <p:nvPr/>
        </p:nvSpPr>
        <p:spPr>
          <a:xfrm>
            <a:off x="4304055" y="253150"/>
            <a:ext cx="107898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Cola productor–consumidor</a:t>
            </a:r>
            <a:endParaRPr/>
          </a:p>
        </p:txBody>
      </p:sp>
      <p:sp>
        <p:nvSpPr>
          <p:cNvPr id="235" name="Google Shape;235;g1e000c1fb16_2_27"/>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6" name="Google Shape;236;g1e000c1fb16_2_27"/>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10</a:t>
            </a:r>
            <a:endParaRPr/>
          </a:p>
        </p:txBody>
      </p:sp>
      <p:sp>
        <p:nvSpPr>
          <p:cNvPr id="237" name="Google Shape;237;g1e000c1fb16_2_27"/>
          <p:cNvSpPr/>
          <p:nvPr/>
        </p:nvSpPr>
        <p:spPr>
          <a:xfrm>
            <a:off x="822960" y="2103120"/>
            <a:ext cx="2103120" cy="109728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PRODUCTOR</a:t>
            </a:r>
            <a:br>
              <a:rPr b="1" i="0" lang="es-CO" sz="1800" u="none" cap="none" strike="noStrike">
                <a:solidFill>
                  <a:srgbClr val="1A1A1A"/>
                </a:solidFill>
                <a:latin typeface="Arial"/>
                <a:ea typeface="Arial"/>
                <a:cs typeface="Arial"/>
                <a:sym typeface="Arial"/>
              </a:rPr>
            </a:br>
            <a:r>
              <a:rPr b="1" i="0" lang="es-CO" sz="1800" u="none" cap="none" strike="noStrike">
                <a:solidFill>
                  <a:srgbClr val="1A1A1A"/>
                </a:solidFill>
                <a:latin typeface="Arial"/>
                <a:ea typeface="Arial"/>
                <a:cs typeface="Arial"/>
                <a:sym typeface="Arial"/>
              </a:rPr>
              <a:t>Servidor</a:t>
            </a:r>
            <a:endParaRPr/>
          </a:p>
        </p:txBody>
      </p:sp>
      <p:sp>
        <p:nvSpPr>
          <p:cNvPr id="238" name="Google Shape;238;g1e000c1fb16_2_27"/>
          <p:cNvSpPr/>
          <p:nvPr/>
        </p:nvSpPr>
        <p:spPr>
          <a:xfrm>
            <a:off x="3154680" y="2395728"/>
            <a:ext cx="45720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g1e000c1fb16_2_27"/>
          <p:cNvSpPr/>
          <p:nvPr/>
        </p:nvSpPr>
        <p:spPr>
          <a:xfrm>
            <a:off x="3794760" y="2103120"/>
            <a:ext cx="2286000" cy="1097280"/>
          </a:xfrm>
          <a:prstGeom prst="roundRect">
            <a:avLst>
              <a:gd fmla="val 16667" name="adj"/>
            </a:avLst>
          </a:prstGeom>
          <a:solidFill>
            <a:srgbClr val="FFFFFF"/>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BÚFER</a:t>
            </a:r>
            <a:br>
              <a:rPr b="1" i="0" lang="es-CO" sz="1800" u="none" cap="none" strike="noStrike">
                <a:solidFill>
                  <a:srgbClr val="1A1A1A"/>
                </a:solidFill>
                <a:latin typeface="Arial"/>
                <a:ea typeface="Arial"/>
                <a:cs typeface="Arial"/>
                <a:sym typeface="Arial"/>
              </a:rPr>
            </a:br>
            <a:r>
              <a:rPr b="1" i="0" lang="es-CO" sz="1800" u="none" cap="none" strike="noStrike">
                <a:solidFill>
                  <a:srgbClr val="1A1A1A"/>
                </a:solidFill>
                <a:latin typeface="Arial"/>
                <a:ea typeface="Arial"/>
                <a:cs typeface="Arial"/>
                <a:sym typeface="Arial"/>
              </a:rPr>
              <a:t>JoinableQueue</a:t>
            </a:r>
            <a:endParaRPr/>
          </a:p>
        </p:txBody>
      </p:sp>
      <p:sp>
        <p:nvSpPr>
          <p:cNvPr id="240" name="Google Shape;240;g1e000c1fb16_2_27"/>
          <p:cNvSpPr/>
          <p:nvPr/>
        </p:nvSpPr>
        <p:spPr>
          <a:xfrm>
            <a:off x="6309360" y="2395728"/>
            <a:ext cx="45720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g1e000c1fb16_2_27"/>
          <p:cNvSpPr/>
          <p:nvPr/>
        </p:nvSpPr>
        <p:spPr>
          <a:xfrm>
            <a:off x="6949440" y="2103120"/>
            <a:ext cx="2423160" cy="109728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CONSUMIDORES</a:t>
            </a:r>
            <a:br>
              <a:rPr b="1" i="0" lang="es-CO" sz="1800" u="none" cap="none" strike="noStrike">
                <a:solidFill>
                  <a:srgbClr val="1A1A1A"/>
                </a:solidFill>
                <a:latin typeface="Arial"/>
                <a:ea typeface="Arial"/>
                <a:cs typeface="Arial"/>
                <a:sym typeface="Arial"/>
              </a:rPr>
            </a:br>
            <a:r>
              <a:rPr b="1" i="0" lang="es-CO" sz="1800" u="none" cap="none" strike="noStrike">
                <a:solidFill>
                  <a:srgbClr val="1A1A1A"/>
                </a:solidFill>
                <a:latin typeface="Arial"/>
                <a:ea typeface="Arial"/>
                <a:cs typeface="Arial"/>
                <a:sym typeface="Arial"/>
              </a:rPr>
              <a:t>Workers + hilos</a:t>
            </a:r>
            <a:endParaRPr/>
          </a:p>
        </p:txBody>
      </p:sp>
      <p:sp>
        <p:nvSpPr>
          <p:cNvPr id="242" name="Google Shape;242;g1e000c1fb16_2_27"/>
          <p:cNvSpPr/>
          <p:nvPr/>
        </p:nvSpPr>
        <p:spPr>
          <a:xfrm>
            <a:off x="9601200" y="2395728"/>
            <a:ext cx="45720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g1e000c1fb16_2_27"/>
          <p:cNvSpPr/>
          <p:nvPr/>
        </p:nvSpPr>
        <p:spPr>
          <a:xfrm>
            <a:off x="10195560" y="2103120"/>
            <a:ext cx="1691640" cy="1097280"/>
          </a:xfrm>
          <a:prstGeom prst="roundRect">
            <a:avLst>
              <a:gd fmla="val 16667" name="adj"/>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FFFFFF"/>
                </a:solidFill>
                <a:latin typeface="Arial"/>
                <a:ea typeface="Arial"/>
                <a:cs typeface="Arial"/>
                <a:sym typeface="Arial"/>
              </a:rPr>
              <a:t>RESULTADO</a:t>
            </a:r>
            <a:br>
              <a:rPr b="1" i="0" lang="es-CO" sz="1700" u="none" cap="none" strike="noStrike">
                <a:solidFill>
                  <a:srgbClr val="FFFFFF"/>
                </a:solidFill>
                <a:latin typeface="Arial"/>
                <a:ea typeface="Arial"/>
                <a:cs typeface="Arial"/>
                <a:sym typeface="Arial"/>
              </a:rPr>
            </a:br>
            <a:r>
              <a:rPr b="1" i="0" lang="es-CO" sz="1700" u="none" cap="none" strike="noStrike">
                <a:solidFill>
                  <a:srgbClr val="FFFFFF"/>
                </a:solidFill>
                <a:latin typeface="Arial"/>
                <a:ea typeface="Arial"/>
                <a:cs typeface="Arial"/>
                <a:sym typeface="Arial"/>
              </a:rPr>
              <a:t>Despacho</a:t>
            </a:r>
            <a:endParaRPr/>
          </a:p>
        </p:txBody>
      </p:sp>
      <p:sp>
        <p:nvSpPr>
          <p:cNvPr id="244" name="Google Shape;244;g1e000c1fb16_2_27"/>
          <p:cNvSpPr txBox="1"/>
          <p:nvPr/>
        </p:nvSpPr>
        <p:spPr>
          <a:xfrm>
            <a:off x="1005840" y="4343400"/>
            <a:ext cx="10332720" cy="1645920"/>
          </a:xfrm>
          <a:prstGeom prst="rect">
            <a:avLst/>
          </a:prstGeom>
          <a:noFill/>
          <a:ln>
            <a:noFill/>
          </a:ln>
        </p:spPr>
        <p:txBody>
          <a:bodyPr anchorCtr="0" anchor="t" bIns="45700" lIns="109725" spcFirstLastPara="1" rIns="73150" wrap="square" tIns="45700">
            <a:spAutoFit/>
          </a:bodyPr>
          <a:lstStyle/>
          <a:p>
            <a:pPr indent="0" lvl="0" marL="0" marR="0" rtl="0" algn="l">
              <a:lnSpc>
                <a:spcPct val="100000"/>
              </a:lnSpc>
              <a:spcBef>
                <a:spcPts val="0"/>
              </a:spcBef>
              <a:spcAft>
                <a:spcPts val="0"/>
              </a:spcAft>
              <a:buNone/>
            </a:pPr>
            <a:r>
              <a:rPr b="0" i="0" lang="es-CO" sz="1700" u="none" cap="none" strike="noStrike">
                <a:solidFill>
                  <a:srgbClr val="1A1A1A"/>
                </a:solidFill>
                <a:latin typeface="Arial"/>
                <a:ea typeface="Arial"/>
                <a:cs typeface="Arial"/>
                <a:sym typeface="Arial"/>
              </a:rPr>
              <a:t>•  queue.put() aplica espera si se llena la capacidad configurada.</a:t>
            </a:r>
            <a:endParaRPr/>
          </a:p>
          <a:p>
            <a:pPr indent="0" lvl="0" marL="0" marR="0" rtl="0" algn="l">
              <a:lnSpc>
                <a:spcPct val="100000"/>
              </a:lnSpc>
              <a:spcBef>
                <a:spcPts val="1100"/>
              </a:spcBef>
              <a:spcAft>
                <a:spcPts val="0"/>
              </a:spcAft>
              <a:buNone/>
            </a:pPr>
            <a:r>
              <a:rPr b="0" i="0" lang="es-CO" sz="1700" u="none" cap="none" strike="noStrike">
                <a:solidFill>
                  <a:srgbClr val="1A1A1A"/>
                </a:solidFill>
                <a:latin typeface="Arial"/>
                <a:ea typeface="Arial"/>
                <a:cs typeface="Arial"/>
                <a:sym typeface="Arial"/>
              </a:rPr>
              <a:t>•  queue.get() entrega trabajo al siguiente consumidor disponible.</a:t>
            </a:r>
            <a:endParaRPr/>
          </a:p>
          <a:p>
            <a:pPr indent="0" lvl="0" marL="0" marR="0" rtl="0" algn="l">
              <a:lnSpc>
                <a:spcPct val="100000"/>
              </a:lnSpc>
              <a:spcBef>
                <a:spcPts val="1100"/>
              </a:spcBef>
              <a:spcAft>
                <a:spcPts val="0"/>
              </a:spcAft>
              <a:buNone/>
            </a:pPr>
            <a:r>
              <a:rPr b="0" i="0" lang="es-CO" sz="1700" u="none" cap="none" strike="noStrike">
                <a:solidFill>
                  <a:srgbClr val="1A1A1A"/>
                </a:solidFill>
                <a:latin typeface="Arial"/>
                <a:ea typeface="Arial"/>
                <a:cs typeface="Arial"/>
                <a:sym typeface="Arial"/>
              </a:rPr>
              <a:t>•  task_done(), join() y centinelas permiten un cierre ordenado.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1e000c1fb16_2_35"/>
          <p:cNvSpPr txBox="1"/>
          <p:nvPr/>
        </p:nvSpPr>
        <p:spPr>
          <a:xfrm>
            <a:off x="4196080" y="193050"/>
            <a:ext cx="107898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Condición de carrera demostrada</a:t>
            </a:r>
            <a:endParaRPr/>
          </a:p>
        </p:txBody>
      </p:sp>
      <p:sp>
        <p:nvSpPr>
          <p:cNvPr id="250" name="Google Shape;250;g1e000c1fb16_2_35"/>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1" name="Google Shape;251;g1e000c1fb16_2_35"/>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12</a:t>
            </a:r>
            <a:endParaRPr/>
          </a:p>
        </p:txBody>
      </p:sp>
      <p:sp>
        <p:nvSpPr>
          <p:cNvPr id="252" name="Google Shape;252;g1e000c1fb16_2_35"/>
          <p:cNvSpPr/>
          <p:nvPr/>
        </p:nvSpPr>
        <p:spPr>
          <a:xfrm>
            <a:off x="731520" y="1874519"/>
            <a:ext cx="1645920" cy="82296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Hilo A</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lee 100</a:t>
            </a:r>
            <a:endParaRPr/>
          </a:p>
        </p:txBody>
      </p:sp>
      <p:sp>
        <p:nvSpPr>
          <p:cNvPr id="253" name="Google Shape;253;g1e000c1fb16_2_35"/>
          <p:cNvSpPr/>
          <p:nvPr/>
        </p:nvSpPr>
        <p:spPr>
          <a:xfrm>
            <a:off x="731520" y="2926080"/>
            <a:ext cx="1645920" cy="82296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Hilo B</a:t>
            </a:r>
            <a:br>
              <a:rPr b="1" i="0" lang="es-CO" sz="1600" u="none" cap="none" strike="noStrike">
                <a:solidFill>
                  <a:srgbClr val="1A1A1A"/>
                </a:solidFill>
                <a:latin typeface="Arial"/>
                <a:ea typeface="Arial"/>
                <a:cs typeface="Arial"/>
                <a:sym typeface="Arial"/>
              </a:rPr>
            </a:br>
            <a:r>
              <a:rPr b="1" i="0" lang="es-CO" sz="1600" u="none" cap="none" strike="noStrike">
                <a:solidFill>
                  <a:srgbClr val="1A1A1A"/>
                </a:solidFill>
                <a:latin typeface="Arial"/>
                <a:ea typeface="Arial"/>
                <a:cs typeface="Arial"/>
                <a:sym typeface="Arial"/>
              </a:rPr>
              <a:t>lee 100</a:t>
            </a:r>
            <a:endParaRPr/>
          </a:p>
        </p:txBody>
      </p:sp>
      <p:sp>
        <p:nvSpPr>
          <p:cNvPr id="254" name="Google Shape;254;g1e000c1fb16_2_35"/>
          <p:cNvSpPr/>
          <p:nvPr/>
        </p:nvSpPr>
        <p:spPr>
          <a:xfrm>
            <a:off x="2606040" y="2331720"/>
            <a:ext cx="41148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5" name="Google Shape;255;g1e000c1fb16_2_35"/>
          <p:cNvSpPr/>
          <p:nvPr/>
        </p:nvSpPr>
        <p:spPr>
          <a:xfrm>
            <a:off x="3200400" y="2286000"/>
            <a:ext cx="2286000" cy="91440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Ambos escriben 99</a:t>
            </a:r>
            <a:endParaRPr/>
          </a:p>
        </p:txBody>
      </p:sp>
      <p:sp>
        <p:nvSpPr>
          <p:cNvPr id="256" name="Google Shape;256;g1e000c1fb16_2_35"/>
          <p:cNvSpPr/>
          <p:nvPr/>
        </p:nvSpPr>
        <p:spPr>
          <a:xfrm>
            <a:off x="5715000" y="2487168"/>
            <a:ext cx="41148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Google Shape;257;g1e000c1fb16_2_35"/>
          <p:cNvSpPr/>
          <p:nvPr/>
        </p:nvSpPr>
        <p:spPr>
          <a:xfrm>
            <a:off x="6355080" y="2286000"/>
            <a:ext cx="1965960" cy="914400"/>
          </a:xfrm>
          <a:prstGeom prst="roundRect">
            <a:avLst>
              <a:gd fmla="val 16667" name="adj"/>
            </a:avLst>
          </a:prstGeom>
          <a:solidFill>
            <a:srgbClr val="FFFFFF"/>
          </a:solidFill>
          <a:ln cap="flat" cmpd="sng" w="13950">
            <a:solidFill>
              <a:srgbClr val="BE2D2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BE2D2D"/>
                </a:solidFill>
                <a:latin typeface="Arial"/>
                <a:ea typeface="Arial"/>
                <a:cs typeface="Arial"/>
                <a:sym typeface="Arial"/>
              </a:rPr>
              <a:t>Esperado: 98</a:t>
            </a:r>
            <a:br>
              <a:rPr b="1" i="0" lang="es-CO" sz="1800" u="none" cap="none" strike="noStrike">
                <a:solidFill>
                  <a:srgbClr val="BE2D2D"/>
                </a:solidFill>
                <a:latin typeface="Arial"/>
                <a:ea typeface="Arial"/>
                <a:cs typeface="Arial"/>
                <a:sym typeface="Arial"/>
              </a:rPr>
            </a:br>
            <a:r>
              <a:rPr b="1" i="0" lang="es-CO" sz="1800" u="none" cap="none" strike="noStrike">
                <a:solidFill>
                  <a:srgbClr val="BE2D2D"/>
                </a:solidFill>
                <a:latin typeface="Arial"/>
                <a:ea typeface="Arial"/>
                <a:cs typeface="Arial"/>
                <a:sym typeface="Arial"/>
              </a:rPr>
              <a:t>Real: 99</a:t>
            </a:r>
            <a:endParaRPr/>
          </a:p>
        </p:txBody>
      </p:sp>
      <p:graphicFrame>
        <p:nvGraphicFramePr>
          <p:cNvPr id="258" name="Google Shape;258;g1e000c1fb16_2_35"/>
          <p:cNvGraphicFramePr/>
          <p:nvPr/>
        </p:nvGraphicFramePr>
        <p:xfrm>
          <a:off x="9006840" y="1828800"/>
          <a:ext cx="3000000" cy="3000000"/>
        </p:xfrm>
        <a:graphic>
          <a:graphicData uri="http://schemas.openxmlformats.org/drawingml/2006/table">
            <a:tbl>
              <a:tblPr bandRow="1" firstRow="1">
                <a:noFill/>
                <a:tableStyleId>{DCA48832-FECA-4B3A-B1ED-FC3FDEAFE90E}</a:tableStyleId>
              </a:tblPr>
              <a:tblGrid>
                <a:gridCol w="1188725"/>
                <a:gridCol w="1188725"/>
              </a:tblGrid>
              <a:tr h="617225">
                <a:tc>
                  <a:txBody>
                    <a:bodyPr/>
                    <a:lstStyle/>
                    <a:p>
                      <a:pPr indent="0" lvl="0" marL="0" marR="0" rtl="0" algn="ctr">
                        <a:lnSpc>
                          <a:spcPct val="100000"/>
                        </a:lnSpc>
                        <a:spcBef>
                          <a:spcPts val="0"/>
                        </a:spcBef>
                        <a:spcAft>
                          <a:spcPts val="0"/>
                        </a:spcAft>
                        <a:buNone/>
                      </a:pPr>
                      <a:r>
                        <a:rPr b="1" lang="es-CO" sz="1500" u="none" cap="none" strike="noStrike">
                          <a:solidFill>
                            <a:srgbClr val="FFFFFF"/>
                          </a:solidFill>
                          <a:latin typeface="Arial"/>
                          <a:ea typeface="Arial"/>
                          <a:cs typeface="Arial"/>
                          <a:sym typeface="Arial"/>
                        </a:rPr>
                        <a:t>Pedidos</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b="1" lang="es-CO" sz="1500" u="none" cap="none" strike="noStrike">
                          <a:solidFill>
                            <a:srgbClr val="FFFFFF"/>
                          </a:solidFill>
                          <a:latin typeface="Arial"/>
                          <a:ea typeface="Arial"/>
                          <a:cs typeface="Arial"/>
                          <a:sym typeface="Arial"/>
                        </a:rPr>
                        <a:t>Pérdidas</a:t>
                      </a:r>
                      <a:endParaRPr/>
                    </a:p>
                  </a:txBody>
                  <a:tcPr marT="27425" marB="27425" marR="45725" marL="45725">
                    <a:solidFill>
                      <a:srgbClr val="1A1A1A"/>
                    </a:solidFill>
                  </a:tcPr>
                </a:tc>
              </a:tr>
              <a:tr h="617225">
                <a:tc>
                  <a:txBody>
                    <a:bodyPr/>
                    <a:lstStyle/>
                    <a:p>
                      <a:pPr indent="0" lvl="0" marL="0" marR="0" rtl="0" algn="ctr">
                        <a:lnSpc>
                          <a:spcPct val="100000"/>
                        </a:lnSpc>
                        <a:spcBef>
                          <a:spcPts val="0"/>
                        </a:spcBef>
                        <a:spcAft>
                          <a:spcPts val="0"/>
                        </a:spcAft>
                        <a:buNone/>
                      </a:pPr>
                      <a:r>
                        <a:rPr b="0" lang="es-CO" sz="1500" u="none" cap="none" strike="noStrike">
                          <a:solidFill>
                            <a:srgbClr val="1A1A1A"/>
                          </a:solidFill>
                          <a:latin typeface="Arial"/>
                          <a:ea typeface="Arial"/>
                          <a:cs typeface="Arial"/>
                          <a:sym typeface="Arial"/>
                        </a:rPr>
                        <a:t>100</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500" u="none" cap="none" strike="noStrike">
                          <a:solidFill>
                            <a:srgbClr val="1A1A1A"/>
                          </a:solidFill>
                          <a:latin typeface="Arial"/>
                          <a:ea typeface="Arial"/>
                          <a:cs typeface="Arial"/>
                          <a:sym typeface="Arial"/>
                        </a:rPr>
                        <a:t>75</a:t>
                      </a:r>
                      <a:endParaRPr/>
                    </a:p>
                  </a:txBody>
                  <a:tcPr marT="27425" marB="27425" marR="45725" marL="45725">
                    <a:solidFill>
                      <a:srgbClr val="FFFFFF"/>
                    </a:solidFill>
                  </a:tcPr>
                </a:tc>
              </a:tr>
              <a:tr h="617225">
                <a:tc>
                  <a:txBody>
                    <a:bodyPr/>
                    <a:lstStyle/>
                    <a:p>
                      <a:pPr indent="0" lvl="0" marL="0" marR="0" rtl="0" algn="ctr">
                        <a:lnSpc>
                          <a:spcPct val="100000"/>
                        </a:lnSpc>
                        <a:spcBef>
                          <a:spcPts val="0"/>
                        </a:spcBef>
                        <a:spcAft>
                          <a:spcPts val="0"/>
                        </a:spcAft>
                        <a:buNone/>
                      </a:pPr>
                      <a:r>
                        <a:rPr b="0" lang="es-CO" sz="1500" u="none" cap="none" strike="noStrike">
                          <a:solidFill>
                            <a:srgbClr val="1A1A1A"/>
                          </a:solidFill>
                          <a:latin typeface="Arial"/>
                          <a:ea typeface="Arial"/>
                          <a:cs typeface="Arial"/>
                          <a:sym typeface="Arial"/>
                        </a:rPr>
                        <a:t>500</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500" u="none" cap="none" strike="noStrike">
                          <a:solidFill>
                            <a:srgbClr val="1A1A1A"/>
                          </a:solidFill>
                          <a:latin typeface="Arial"/>
                          <a:ea typeface="Arial"/>
                          <a:cs typeface="Arial"/>
                          <a:sym typeface="Arial"/>
                        </a:rPr>
                        <a:t>396</a:t>
                      </a:r>
                      <a:endParaRPr/>
                    </a:p>
                  </a:txBody>
                  <a:tcPr marT="27425" marB="27425" marR="45725" marL="45725">
                    <a:solidFill>
                      <a:srgbClr val="F2F2F2"/>
                    </a:solidFill>
                  </a:tcPr>
                </a:tc>
              </a:tr>
              <a:tr h="617225">
                <a:tc>
                  <a:txBody>
                    <a:bodyPr/>
                    <a:lstStyle/>
                    <a:p>
                      <a:pPr indent="0" lvl="0" marL="0" marR="0" rtl="0" algn="ctr">
                        <a:lnSpc>
                          <a:spcPct val="100000"/>
                        </a:lnSpc>
                        <a:spcBef>
                          <a:spcPts val="0"/>
                        </a:spcBef>
                        <a:spcAft>
                          <a:spcPts val="0"/>
                        </a:spcAft>
                        <a:buNone/>
                      </a:pPr>
                      <a:r>
                        <a:rPr b="0" lang="es-CO" sz="1500" u="none" cap="none" strike="noStrike">
                          <a:solidFill>
                            <a:srgbClr val="1A1A1A"/>
                          </a:solidFill>
                          <a:latin typeface="Arial"/>
                          <a:ea typeface="Arial"/>
                          <a:cs typeface="Arial"/>
                          <a:sym typeface="Arial"/>
                        </a:rPr>
                        <a:t>1.000</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500" u="none" cap="none" strike="noStrike">
                          <a:solidFill>
                            <a:srgbClr val="1A1A1A"/>
                          </a:solidFill>
                          <a:latin typeface="Arial"/>
                          <a:ea typeface="Arial"/>
                          <a:cs typeface="Arial"/>
                          <a:sym typeface="Arial"/>
                        </a:rPr>
                        <a:t>827</a:t>
                      </a:r>
                      <a:endParaRPr/>
                    </a:p>
                  </a:txBody>
                  <a:tcPr marT="27425" marB="27425" marR="45725" marL="45725">
                    <a:solidFill>
                      <a:srgbClr val="FFFFFF"/>
                    </a:solidFill>
                  </a:tcPr>
                </a:tc>
              </a:tr>
            </a:tbl>
          </a:graphicData>
        </a:graphic>
      </p:graphicFrame>
      <p:sp>
        <p:nvSpPr>
          <p:cNvPr id="259" name="Google Shape;259;g1e000c1fb16_2_35"/>
          <p:cNvSpPr/>
          <p:nvPr/>
        </p:nvSpPr>
        <p:spPr>
          <a:xfrm>
            <a:off x="914400" y="4983480"/>
            <a:ext cx="10607040" cy="640080"/>
          </a:xfrm>
          <a:prstGeom prst="rect">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0" i="0" lang="es-CO" sz="1300" u="none" cap="none" strike="noStrike">
                <a:solidFill>
                  <a:srgbClr val="FFFFFF"/>
                </a:solidFill>
                <a:latin typeface="Courier New"/>
                <a:ea typeface="Courier New"/>
                <a:cs typeface="Courier New"/>
                <a:sym typeface="Courier New"/>
              </a:rPr>
              <a:t>python -m src.main --scenario race --race-window 0.001</a:t>
            </a:r>
            <a:endParaRPr/>
          </a:p>
        </p:txBody>
      </p:sp>
      <p:sp>
        <p:nvSpPr>
          <p:cNvPr id="260" name="Google Shape;260;g1e000c1fb16_2_35"/>
          <p:cNvSpPr txBox="1"/>
          <p:nvPr/>
        </p:nvSpPr>
        <p:spPr>
          <a:xfrm>
            <a:off x="914400" y="5852160"/>
            <a:ext cx="10607040" cy="41148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700" u="none" cap="none" strike="noStrike">
                <a:solidFill>
                  <a:srgbClr val="BE2D2D"/>
                </a:solidFill>
                <a:latin typeface="Arial"/>
                <a:ea typeface="Arial"/>
                <a:cs typeface="Arial"/>
                <a:sym typeface="Arial"/>
              </a:rPr>
              <a:t>El resultado es rápido, pero incorrecto: se sobrescriben actualizaciones de inventario.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
          <p:cNvSpPr txBox="1"/>
          <p:nvPr/>
        </p:nvSpPr>
        <p:spPr>
          <a:xfrm>
            <a:off x="4347403" y="9300"/>
            <a:ext cx="5190900" cy="9051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Corrección mediante exclusión mutua</a:t>
            </a:r>
            <a:endParaRPr/>
          </a:p>
        </p:txBody>
      </p:sp>
      <p:sp>
        <p:nvSpPr>
          <p:cNvPr id="266" name="Google Shape;266;p1"/>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1"/>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13</a:t>
            </a:r>
            <a:endParaRPr/>
          </a:p>
        </p:txBody>
      </p:sp>
      <p:sp>
        <p:nvSpPr>
          <p:cNvPr id="268" name="Google Shape;268;p1"/>
          <p:cNvSpPr/>
          <p:nvPr/>
        </p:nvSpPr>
        <p:spPr>
          <a:xfrm>
            <a:off x="777240" y="2057400"/>
            <a:ext cx="2286000" cy="105156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Hilo solicita</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inventory_lock</a:t>
            </a:r>
            <a:endParaRPr/>
          </a:p>
        </p:txBody>
      </p:sp>
      <p:sp>
        <p:nvSpPr>
          <p:cNvPr id="269" name="Google Shape;269;p1"/>
          <p:cNvSpPr/>
          <p:nvPr/>
        </p:nvSpPr>
        <p:spPr>
          <a:xfrm>
            <a:off x="3291840" y="2331720"/>
            <a:ext cx="41148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1"/>
          <p:cNvSpPr/>
          <p:nvPr/>
        </p:nvSpPr>
        <p:spPr>
          <a:xfrm>
            <a:off x="3886200" y="1965960"/>
            <a:ext cx="2880360" cy="123444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Sección crítica</a:t>
            </a:r>
            <a:br>
              <a:rPr b="1" i="0" lang="es-CO" sz="1800" u="none" cap="none" strike="noStrike">
                <a:solidFill>
                  <a:srgbClr val="1A1A1A"/>
                </a:solidFill>
                <a:latin typeface="Arial"/>
                <a:ea typeface="Arial"/>
                <a:cs typeface="Arial"/>
                <a:sym typeface="Arial"/>
              </a:rPr>
            </a:br>
            <a:r>
              <a:rPr b="1" i="0" lang="es-CO" sz="1800" u="none" cap="none" strike="noStrike">
                <a:solidFill>
                  <a:srgbClr val="1A1A1A"/>
                </a:solidFill>
                <a:latin typeface="Arial"/>
                <a:ea typeface="Arial"/>
                <a:cs typeface="Arial"/>
                <a:sym typeface="Arial"/>
              </a:rPr>
              <a:t>leer → validar → escribir</a:t>
            </a:r>
            <a:endParaRPr/>
          </a:p>
        </p:txBody>
      </p:sp>
      <p:sp>
        <p:nvSpPr>
          <p:cNvPr id="271" name="Google Shape;271;p1"/>
          <p:cNvSpPr/>
          <p:nvPr/>
        </p:nvSpPr>
        <p:spPr>
          <a:xfrm>
            <a:off x="6995160" y="2331720"/>
            <a:ext cx="41148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1"/>
          <p:cNvSpPr/>
          <p:nvPr/>
        </p:nvSpPr>
        <p:spPr>
          <a:xfrm>
            <a:off x="7635240" y="2057400"/>
            <a:ext cx="2148840" cy="105156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Liberar lock</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y continuar</a:t>
            </a:r>
            <a:endParaRPr/>
          </a:p>
        </p:txBody>
      </p:sp>
      <p:sp>
        <p:nvSpPr>
          <p:cNvPr id="273" name="Google Shape;273;p1"/>
          <p:cNvSpPr/>
          <p:nvPr/>
        </p:nvSpPr>
        <p:spPr>
          <a:xfrm>
            <a:off x="10149840" y="2057400"/>
            <a:ext cx="1554480" cy="1051560"/>
          </a:xfrm>
          <a:prstGeom prst="roundRect">
            <a:avLst>
              <a:gd fmla="val 16667" name="adj"/>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000" u="none" cap="none" strike="noStrike">
                <a:solidFill>
                  <a:srgbClr val="FFFFFF"/>
                </a:solidFill>
                <a:latin typeface="Arial"/>
                <a:ea typeface="Arial"/>
                <a:cs typeface="Arial"/>
                <a:sym typeface="Arial"/>
              </a:rPr>
              <a:t>0 pérdidas</a:t>
            </a:r>
            <a:endParaRPr/>
          </a:p>
        </p:txBody>
      </p:sp>
      <p:sp>
        <p:nvSpPr>
          <p:cNvPr id="274" name="Google Shape;274;p1"/>
          <p:cNvSpPr txBox="1"/>
          <p:nvPr/>
        </p:nvSpPr>
        <p:spPr>
          <a:xfrm>
            <a:off x="914400" y="4251960"/>
            <a:ext cx="10515600" cy="1737360"/>
          </a:xfrm>
          <a:prstGeom prst="rect">
            <a:avLst/>
          </a:prstGeom>
          <a:noFill/>
          <a:ln>
            <a:noFill/>
          </a:ln>
        </p:spPr>
        <p:txBody>
          <a:bodyPr anchorCtr="0" anchor="t" bIns="45700" lIns="109725" spcFirstLastPara="1" rIns="73150" wrap="square" tIns="45700">
            <a:spAutoFit/>
          </a:bodyPr>
          <a:lstStyle/>
          <a:p>
            <a:pPr indent="0" lvl="0" marL="0" marR="0" rtl="0" algn="l">
              <a:lnSpc>
                <a:spcPct val="100000"/>
              </a:lnSpc>
              <a:spcBef>
                <a:spcPts val="0"/>
              </a:spcBef>
              <a:spcAft>
                <a:spcPts val="0"/>
              </a:spcAft>
              <a:buNone/>
            </a:pPr>
            <a:r>
              <a:rPr b="0" i="0" lang="es-CO" sz="1700" u="none" cap="none" strike="noStrike">
                <a:solidFill>
                  <a:srgbClr val="1A1A1A"/>
                </a:solidFill>
                <a:latin typeface="Arial"/>
                <a:ea typeface="Arial"/>
                <a:cs typeface="Arial"/>
                <a:sym typeface="Arial"/>
              </a:rPr>
              <a:t>•  El modo safe conserva la misma carga y ventana de carrera.</a:t>
            </a:r>
            <a:endParaRPr/>
          </a:p>
          <a:p>
            <a:pPr indent="0" lvl="0" marL="0" marR="0" rtl="0" algn="l">
              <a:lnSpc>
                <a:spcPct val="100000"/>
              </a:lnSpc>
              <a:spcBef>
                <a:spcPts val="1100"/>
              </a:spcBef>
              <a:spcAft>
                <a:spcPts val="0"/>
              </a:spcAft>
              <a:buNone/>
            </a:pPr>
            <a:r>
              <a:rPr b="0" i="0" lang="es-CO" sz="1700" u="none" cap="none" strike="noStrike">
                <a:solidFill>
                  <a:srgbClr val="1A1A1A"/>
                </a:solidFill>
                <a:latin typeface="Arial"/>
                <a:ea typeface="Arial"/>
                <a:cs typeface="Arial"/>
                <a:sym typeface="Arial"/>
              </a:rPr>
              <a:t>•  Las actualizaciones quedan serializadas únicamente en la sección crítica.</a:t>
            </a:r>
            <a:endParaRPr/>
          </a:p>
          <a:p>
            <a:pPr indent="0" lvl="0" marL="0" marR="0" rtl="0" algn="l">
              <a:lnSpc>
                <a:spcPct val="100000"/>
              </a:lnSpc>
              <a:spcBef>
                <a:spcPts val="1100"/>
              </a:spcBef>
              <a:spcAft>
                <a:spcPts val="0"/>
              </a:spcAft>
              <a:buNone/>
            </a:pPr>
            <a:r>
              <a:rPr b="0" i="0" lang="es-CO" sz="1700" u="none" cap="none" strike="noStrike">
                <a:solidFill>
                  <a:srgbClr val="1A1A1A"/>
                </a:solidFill>
                <a:latin typeface="Arial"/>
                <a:ea typeface="Arial"/>
                <a:cs typeface="Arial"/>
                <a:sym typeface="Arial"/>
              </a:rPr>
              <a:t>•  Costo observado: 457,84 pedidos/s frente a 1.066,16 en el modo race inseguro.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
          <p:cNvSpPr txBox="1"/>
          <p:nvPr/>
        </p:nvSpPr>
        <p:spPr>
          <a:xfrm>
            <a:off x="4304052" y="241925"/>
            <a:ext cx="59172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Interbloqueo reproducible</a:t>
            </a:r>
            <a:endParaRPr/>
          </a:p>
        </p:txBody>
      </p:sp>
      <p:sp>
        <p:nvSpPr>
          <p:cNvPr id="280" name="Google Shape;280;p2"/>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2"/>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15</a:t>
            </a:r>
            <a:endParaRPr/>
          </a:p>
        </p:txBody>
      </p:sp>
      <p:sp>
        <p:nvSpPr>
          <p:cNvPr id="282" name="Google Shape;282;p2"/>
          <p:cNvSpPr/>
          <p:nvPr/>
        </p:nvSpPr>
        <p:spPr>
          <a:xfrm>
            <a:off x="822960" y="2011680"/>
            <a:ext cx="2148840" cy="96012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Pedido A</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retiene inventario</a:t>
            </a:r>
            <a:endParaRPr/>
          </a:p>
        </p:txBody>
      </p:sp>
      <p:sp>
        <p:nvSpPr>
          <p:cNvPr id="283" name="Google Shape;283;p2"/>
          <p:cNvSpPr/>
          <p:nvPr/>
        </p:nvSpPr>
        <p:spPr>
          <a:xfrm>
            <a:off x="4846320" y="2011680"/>
            <a:ext cx="2011680" cy="96012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800" u="none" cap="none" strike="noStrike">
                <a:solidFill>
                  <a:srgbClr val="1A1A1A"/>
                </a:solidFill>
                <a:latin typeface="Arial"/>
                <a:ea typeface="Arial"/>
                <a:cs typeface="Arial"/>
                <a:sym typeface="Arial"/>
              </a:rPr>
              <a:t>invoice_lock</a:t>
            </a:r>
            <a:endParaRPr/>
          </a:p>
        </p:txBody>
      </p:sp>
      <p:sp>
        <p:nvSpPr>
          <p:cNvPr id="284" name="Google Shape;284;p2"/>
          <p:cNvSpPr/>
          <p:nvPr/>
        </p:nvSpPr>
        <p:spPr>
          <a:xfrm>
            <a:off x="8869680" y="2011680"/>
            <a:ext cx="2148840" cy="96012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Pedido B</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retiene factura</a:t>
            </a:r>
            <a:endParaRPr/>
          </a:p>
        </p:txBody>
      </p:sp>
      <p:cxnSp>
        <p:nvCxnSpPr>
          <p:cNvPr id="285" name="Google Shape;285;p2"/>
          <p:cNvCxnSpPr/>
          <p:nvPr/>
        </p:nvCxnSpPr>
        <p:spPr>
          <a:xfrm>
            <a:off x="2971800" y="2487168"/>
            <a:ext cx="1874520" cy="0"/>
          </a:xfrm>
          <a:prstGeom prst="straightConnector1">
            <a:avLst/>
          </a:prstGeom>
          <a:noFill/>
          <a:ln cap="flat" cmpd="sng" w="25400">
            <a:solidFill>
              <a:srgbClr val="BE2D2D"/>
            </a:solidFill>
            <a:prstDash val="solid"/>
            <a:round/>
            <a:headEnd len="sm" w="sm" type="none"/>
            <a:tailEnd len="sm" w="sm" type="none"/>
          </a:ln>
          <a:effectLst>
            <a:outerShdw blurRad="40000" rotWithShape="0" dir="5400000" dist="20000">
              <a:srgbClr val="000000">
                <a:alpha val="38039"/>
              </a:srgbClr>
            </a:outerShdw>
          </a:effectLst>
        </p:spPr>
      </p:cxnSp>
      <p:cxnSp>
        <p:nvCxnSpPr>
          <p:cNvPr id="286" name="Google Shape;286;p2"/>
          <p:cNvCxnSpPr/>
          <p:nvPr/>
        </p:nvCxnSpPr>
        <p:spPr>
          <a:xfrm rot="10800000">
            <a:off x="6858000" y="2487168"/>
            <a:ext cx="2011680" cy="0"/>
          </a:xfrm>
          <a:prstGeom prst="straightConnector1">
            <a:avLst/>
          </a:prstGeom>
          <a:noFill/>
          <a:ln cap="flat" cmpd="sng" w="25400">
            <a:solidFill>
              <a:srgbClr val="BE2D2D"/>
            </a:solidFill>
            <a:prstDash val="solid"/>
            <a:round/>
            <a:headEnd len="sm" w="sm" type="none"/>
            <a:tailEnd len="sm" w="sm" type="none"/>
          </a:ln>
          <a:effectLst>
            <a:outerShdw blurRad="40000" rotWithShape="0" dir="5400000" dist="20000">
              <a:srgbClr val="000000">
                <a:alpha val="38039"/>
              </a:srgbClr>
            </a:outerShdw>
          </a:effectLst>
        </p:spPr>
      </p:cxnSp>
      <p:sp>
        <p:nvSpPr>
          <p:cNvPr id="287" name="Google Shape;287;p2"/>
          <p:cNvSpPr txBox="1"/>
          <p:nvPr/>
        </p:nvSpPr>
        <p:spPr>
          <a:xfrm>
            <a:off x="3108960" y="1737360"/>
            <a:ext cx="1554480" cy="27432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0" i="0" lang="es-CO" sz="1200" u="none" cap="none" strike="noStrike">
                <a:solidFill>
                  <a:srgbClr val="BE2D2D"/>
                </a:solidFill>
                <a:latin typeface="Arial"/>
                <a:ea typeface="Arial"/>
                <a:cs typeface="Arial"/>
                <a:sym typeface="Arial"/>
              </a:rPr>
              <a:t>espera factura</a:t>
            </a:r>
            <a:endParaRPr/>
          </a:p>
        </p:txBody>
      </p:sp>
      <p:sp>
        <p:nvSpPr>
          <p:cNvPr id="288" name="Google Shape;288;p2"/>
          <p:cNvSpPr txBox="1"/>
          <p:nvPr/>
        </p:nvSpPr>
        <p:spPr>
          <a:xfrm>
            <a:off x="7040880" y="1737360"/>
            <a:ext cx="1645920" cy="27432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0" i="0" lang="es-CO" sz="1200" u="none" cap="none" strike="noStrike">
                <a:solidFill>
                  <a:srgbClr val="BE2D2D"/>
                </a:solidFill>
                <a:latin typeface="Arial"/>
                <a:ea typeface="Arial"/>
                <a:cs typeface="Arial"/>
                <a:sym typeface="Arial"/>
              </a:rPr>
              <a:t>espera inventario</a:t>
            </a:r>
            <a:endParaRPr/>
          </a:p>
        </p:txBody>
      </p:sp>
      <p:sp>
        <p:nvSpPr>
          <p:cNvPr id="289" name="Google Shape;289;p2"/>
          <p:cNvSpPr/>
          <p:nvPr/>
        </p:nvSpPr>
        <p:spPr>
          <a:xfrm>
            <a:off x="914400" y="3840480"/>
            <a:ext cx="2743200" cy="502920"/>
          </a:xfrm>
          <a:prstGeom prst="roundRect">
            <a:avLst>
              <a:gd fmla="val 16667" name="adj"/>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FFFFFF"/>
                </a:solidFill>
                <a:latin typeface="Arial"/>
                <a:ea typeface="Arial"/>
                <a:cs typeface="Arial"/>
                <a:sym typeface="Arial"/>
              </a:rPr>
              <a:t>Condiciones de Coffman</a:t>
            </a:r>
            <a:endParaRPr/>
          </a:p>
        </p:txBody>
      </p:sp>
      <p:sp>
        <p:nvSpPr>
          <p:cNvPr id="290" name="Google Shape;290;p2"/>
          <p:cNvSpPr txBox="1"/>
          <p:nvPr/>
        </p:nvSpPr>
        <p:spPr>
          <a:xfrm>
            <a:off x="914400" y="4480560"/>
            <a:ext cx="4572000" cy="1645920"/>
          </a:xfrm>
          <a:prstGeom prst="rect">
            <a:avLst/>
          </a:prstGeom>
          <a:noFill/>
          <a:ln>
            <a:noFill/>
          </a:ln>
        </p:spPr>
        <p:txBody>
          <a:bodyPr anchorCtr="0" anchor="t" bIns="45700" lIns="109725" spcFirstLastPara="1" rIns="73150" wrap="square" tIns="45700">
            <a:spAutoFit/>
          </a:bodyPr>
          <a:lstStyle/>
          <a:p>
            <a:pPr indent="0" lvl="0" marL="0" marR="0" rtl="0" algn="l">
              <a:lnSpc>
                <a:spcPct val="100000"/>
              </a:lnSpc>
              <a:spcBef>
                <a:spcPts val="0"/>
              </a:spcBef>
              <a:spcAft>
                <a:spcPts val="0"/>
              </a:spcAft>
              <a:buNone/>
            </a:pPr>
            <a:r>
              <a:rPr b="0" i="0" lang="es-CO" sz="1500" u="none" cap="none" strike="noStrike">
                <a:solidFill>
                  <a:srgbClr val="1A1A1A"/>
                </a:solidFill>
                <a:latin typeface="Arial"/>
                <a:ea typeface="Arial"/>
                <a:cs typeface="Arial"/>
                <a:sym typeface="Arial"/>
              </a:rPr>
              <a:t>•  Exclusión mutua</a:t>
            </a:r>
            <a:endParaRPr/>
          </a:p>
          <a:p>
            <a:pPr indent="0" lvl="0" marL="0" marR="0" rtl="0" algn="l">
              <a:lnSpc>
                <a:spcPct val="100000"/>
              </a:lnSpc>
              <a:spcBef>
                <a:spcPts val="1100"/>
              </a:spcBef>
              <a:spcAft>
                <a:spcPts val="0"/>
              </a:spcAft>
              <a:buNone/>
            </a:pPr>
            <a:r>
              <a:rPr b="0" i="0" lang="es-CO" sz="1500" u="none" cap="none" strike="noStrike">
                <a:solidFill>
                  <a:srgbClr val="1A1A1A"/>
                </a:solidFill>
                <a:latin typeface="Arial"/>
                <a:ea typeface="Arial"/>
                <a:cs typeface="Arial"/>
                <a:sym typeface="Arial"/>
              </a:rPr>
              <a:t>•  Retención y espera</a:t>
            </a:r>
            <a:endParaRPr/>
          </a:p>
          <a:p>
            <a:pPr indent="0" lvl="0" marL="0" marR="0" rtl="0" algn="l">
              <a:lnSpc>
                <a:spcPct val="100000"/>
              </a:lnSpc>
              <a:spcBef>
                <a:spcPts val="1100"/>
              </a:spcBef>
              <a:spcAft>
                <a:spcPts val="0"/>
              </a:spcAft>
              <a:buNone/>
            </a:pPr>
            <a:r>
              <a:rPr b="0" i="0" lang="es-CO" sz="1500" u="none" cap="none" strike="noStrike">
                <a:solidFill>
                  <a:srgbClr val="1A1A1A"/>
                </a:solidFill>
                <a:latin typeface="Arial"/>
                <a:ea typeface="Arial"/>
                <a:cs typeface="Arial"/>
                <a:sym typeface="Arial"/>
              </a:rPr>
              <a:t>•  Sin expropiación</a:t>
            </a:r>
            <a:endParaRPr/>
          </a:p>
          <a:p>
            <a:pPr indent="0" lvl="0" marL="0" marR="0" rtl="0" algn="l">
              <a:lnSpc>
                <a:spcPct val="100000"/>
              </a:lnSpc>
              <a:spcBef>
                <a:spcPts val="1100"/>
              </a:spcBef>
              <a:spcAft>
                <a:spcPts val="0"/>
              </a:spcAft>
              <a:buNone/>
            </a:pPr>
            <a:r>
              <a:rPr b="0" i="0" lang="es-CO" sz="1500" u="none" cap="none" strike="noStrike">
                <a:solidFill>
                  <a:srgbClr val="1A1A1A"/>
                </a:solidFill>
                <a:latin typeface="Arial"/>
                <a:ea typeface="Arial"/>
                <a:cs typeface="Arial"/>
                <a:sym typeface="Arial"/>
              </a:rPr>
              <a:t>•  Espera circular</a:t>
            </a:r>
            <a:endParaRPr/>
          </a:p>
        </p:txBody>
      </p:sp>
      <p:sp>
        <p:nvSpPr>
          <p:cNvPr id="291" name="Google Shape;291;p2"/>
          <p:cNvSpPr/>
          <p:nvPr/>
        </p:nvSpPr>
        <p:spPr>
          <a:xfrm>
            <a:off x="5577840" y="4251960"/>
            <a:ext cx="5852160" cy="685800"/>
          </a:xfrm>
          <a:prstGeom prst="rect">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0" i="0" lang="es-CO" sz="1300" u="none" cap="none" strike="noStrike">
                <a:solidFill>
                  <a:srgbClr val="FFFFFF"/>
                </a:solidFill>
                <a:latin typeface="Courier New"/>
                <a:ea typeface="Courier New"/>
                <a:cs typeface="Courier New"/>
                <a:sym typeface="Courier New"/>
              </a:rPr>
              <a:t>python -m src.main --scenario deadlock --json</a:t>
            </a:r>
            <a:endParaRPr/>
          </a:p>
        </p:txBody>
      </p:sp>
      <p:sp>
        <p:nvSpPr>
          <p:cNvPr id="292" name="Google Shape;292;p2"/>
          <p:cNvSpPr txBox="1"/>
          <p:nvPr/>
        </p:nvSpPr>
        <p:spPr>
          <a:xfrm>
            <a:off x="5577840" y="5257800"/>
            <a:ext cx="5760720" cy="50292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Se usan dos pedidos porque son suficientes para cerrar el ciclo.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
          <p:cNvSpPr txBox="1"/>
          <p:nvPr/>
        </p:nvSpPr>
        <p:spPr>
          <a:xfrm>
            <a:off x="4358252" y="0"/>
            <a:ext cx="5397000" cy="9051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Prevención con orden global de locks</a:t>
            </a:r>
            <a:endParaRPr/>
          </a:p>
        </p:txBody>
      </p:sp>
      <p:sp>
        <p:nvSpPr>
          <p:cNvPr id="298" name="Google Shape;298;p3"/>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3"/>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16</a:t>
            </a:r>
            <a:endParaRPr/>
          </a:p>
        </p:txBody>
      </p:sp>
      <p:sp>
        <p:nvSpPr>
          <p:cNvPr id="300" name="Google Shape;300;p3"/>
          <p:cNvSpPr/>
          <p:nvPr/>
        </p:nvSpPr>
        <p:spPr>
          <a:xfrm>
            <a:off x="914400" y="2148840"/>
            <a:ext cx="2743200" cy="91440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000" u="none" cap="none" strike="noStrike">
                <a:solidFill>
                  <a:srgbClr val="1A1A1A"/>
                </a:solidFill>
                <a:latin typeface="Arial"/>
                <a:ea typeface="Arial"/>
                <a:cs typeface="Arial"/>
                <a:sym typeface="Arial"/>
              </a:rPr>
              <a:t>1. inventory_lock</a:t>
            </a:r>
            <a:endParaRPr/>
          </a:p>
        </p:txBody>
      </p:sp>
      <p:sp>
        <p:nvSpPr>
          <p:cNvPr id="301" name="Google Shape;301;p3"/>
          <p:cNvSpPr/>
          <p:nvPr/>
        </p:nvSpPr>
        <p:spPr>
          <a:xfrm>
            <a:off x="4023360" y="2359152"/>
            <a:ext cx="54864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3"/>
          <p:cNvSpPr/>
          <p:nvPr/>
        </p:nvSpPr>
        <p:spPr>
          <a:xfrm>
            <a:off x="4983480" y="2148840"/>
            <a:ext cx="2743200" cy="914400"/>
          </a:xfrm>
          <a:prstGeom prst="roundRect">
            <a:avLst>
              <a:gd fmla="val 16667" name="adj"/>
            </a:avLst>
          </a:prstGeom>
          <a:solidFill>
            <a:srgbClr val="F2F2F2"/>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000" u="none" cap="none" strike="noStrike">
                <a:solidFill>
                  <a:srgbClr val="1A1A1A"/>
                </a:solidFill>
                <a:latin typeface="Arial"/>
                <a:ea typeface="Arial"/>
                <a:cs typeface="Arial"/>
                <a:sym typeface="Arial"/>
              </a:rPr>
              <a:t>2. invoice_lock</a:t>
            </a:r>
            <a:endParaRPr/>
          </a:p>
        </p:txBody>
      </p:sp>
      <p:sp>
        <p:nvSpPr>
          <p:cNvPr id="303" name="Google Shape;303;p3"/>
          <p:cNvSpPr/>
          <p:nvPr/>
        </p:nvSpPr>
        <p:spPr>
          <a:xfrm>
            <a:off x="8092440" y="2359152"/>
            <a:ext cx="548640" cy="502920"/>
          </a:xfrm>
          <a:prstGeom prst="chevron">
            <a:avLst>
              <a:gd fmla="val 50000" name="adj"/>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3"/>
          <p:cNvSpPr/>
          <p:nvPr/>
        </p:nvSpPr>
        <p:spPr>
          <a:xfrm>
            <a:off x="9052560" y="2148840"/>
            <a:ext cx="2606040" cy="914400"/>
          </a:xfrm>
          <a:prstGeom prst="roundRect">
            <a:avLst>
              <a:gd fmla="val 16667" name="adj"/>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700" u="none" cap="none" strike="noStrike">
                <a:solidFill>
                  <a:srgbClr val="FFFFFF"/>
                </a:solidFill>
                <a:latin typeface="Arial"/>
                <a:ea typeface="Arial"/>
                <a:cs typeface="Arial"/>
                <a:sym typeface="Arial"/>
              </a:rPr>
              <a:t>Liberar en orden inverso</a:t>
            </a:r>
            <a:endParaRPr/>
          </a:p>
        </p:txBody>
      </p:sp>
      <p:sp>
        <p:nvSpPr>
          <p:cNvPr id="305" name="Google Shape;305;p3"/>
          <p:cNvSpPr txBox="1"/>
          <p:nvPr/>
        </p:nvSpPr>
        <p:spPr>
          <a:xfrm>
            <a:off x="1005840" y="4114800"/>
            <a:ext cx="10332720" cy="1554480"/>
          </a:xfrm>
          <a:prstGeom prst="rect">
            <a:avLst/>
          </a:prstGeom>
          <a:noFill/>
          <a:ln>
            <a:noFill/>
          </a:ln>
        </p:spPr>
        <p:txBody>
          <a:bodyPr anchorCtr="0" anchor="t" bIns="45700" lIns="109725" spcFirstLastPara="1" rIns="73150" wrap="square" tIns="45700">
            <a:spAutoFit/>
          </a:bodyPr>
          <a:lstStyle/>
          <a:p>
            <a:pPr indent="0" lvl="0" marL="0" marR="0" rtl="0" algn="l">
              <a:lnSpc>
                <a:spcPct val="100000"/>
              </a:lnSpc>
              <a:spcBef>
                <a:spcPts val="0"/>
              </a:spcBef>
              <a:spcAft>
                <a:spcPts val="0"/>
              </a:spcAft>
              <a:buNone/>
            </a:pPr>
            <a:r>
              <a:rPr b="0" i="0" lang="es-CO" sz="1700" u="none" cap="none" strike="noStrike">
                <a:solidFill>
                  <a:srgbClr val="1A1A1A"/>
                </a:solidFill>
                <a:latin typeface="Arial"/>
                <a:ea typeface="Arial"/>
                <a:cs typeface="Arial"/>
                <a:sym typeface="Arial"/>
              </a:rPr>
              <a:t>•  Todos los hilos adquieren los recursos en la misma secuencia.</a:t>
            </a:r>
            <a:endParaRPr/>
          </a:p>
          <a:p>
            <a:pPr indent="0" lvl="0" marL="0" marR="0" rtl="0" algn="l">
              <a:lnSpc>
                <a:spcPct val="100000"/>
              </a:lnSpc>
              <a:spcBef>
                <a:spcPts val="1100"/>
              </a:spcBef>
              <a:spcAft>
                <a:spcPts val="0"/>
              </a:spcAft>
              <a:buNone/>
            </a:pPr>
            <a:r>
              <a:rPr b="0" i="0" lang="es-CO" sz="1700" u="none" cap="none" strike="noStrike">
                <a:solidFill>
                  <a:srgbClr val="1A1A1A"/>
                </a:solidFill>
                <a:latin typeface="Arial"/>
                <a:ea typeface="Arial"/>
                <a:cs typeface="Arial"/>
                <a:sym typeface="Arial"/>
              </a:rPr>
              <a:t>•  Se elimina la espera circular sin depender de timeouts.</a:t>
            </a:r>
            <a:endParaRPr/>
          </a:p>
          <a:p>
            <a:pPr indent="0" lvl="0" marL="0" marR="0" rtl="0" algn="l">
              <a:lnSpc>
                <a:spcPct val="100000"/>
              </a:lnSpc>
              <a:spcBef>
                <a:spcPts val="1100"/>
              </a:spcBef>
              <a:spcAft>
                <a:spcPts val="0"/>
              </a:spcAft>
              <a:buNone/>
            </a:pPr>
            <a:r>
              <a:rPr b="0" i="0" lang="es-CO" sz="1700" u="none" cap="none" strike="noStrike">
                <a:solidFill>
                  <a:srgbClr val="1A1A1A"/>
                </a:solidFill>
                <a:latin typeface="Arial"/>
                <a:ea typeface="Arial"/>
                <a:cs typeface="Arial"/>
                <a:sym typeface="Arial"/>
              </a:rPr>
              <a:t>•  Los pedidos A y B terminan correctamente; deadlock_detected=false.</a:t>
            </a:r>
            <a:endParaRPr/>
          </a:p>
        </p:txBody>
      </p:sp>
      <p:sp>
        <p:nvSpPr>
          <p:cNvPr id="306" name="Google Shape;306;p3"/>
          <p:cNvSpPr/>
          <p:nvPr/>
        </p:nvSpPr>
        <p:spPr>
          <a:xfrm>
            <a:off x="2011680" y="5715000"/>
            <a:ext cx="8778240" cy="594360"/>
          </a:xfrm>
          <a:prstGeom prst="rect">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0" i="0" lang="es-CO" sz="1300" u="none" cap="none" strike="noStrike">
                <a:solidFill>
                  <a:srgbClr val="FFFFFF"/>
                </a:solidFill>
                <a:latin typeface="Courier New"/>
                <a:ea typeface="Courier New"/>
                <a:cs typeface="Courier New"/>
                <a:sym typeface="Courier New"/>
              </a:rPr>
              <a:t>python -m src.main --scenario deadlock-safe --json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
          <p:cNvSpPr txBox="1"/>
          <p:nvPr/>
        </p:nvSpPr>
        <p:spPr>
          <a:xfrm>
            <a:off x="4206227" y="0"/>
            <a:ext cx="5861400" cy="9051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CPU, memoria y hilos con 1.000 pedidos</a:t>
            </a:r>
            <a:endParaRPr/>
          </a:p>
        </p:txBody>
      </p:sp>
      <p:sp>
        <p:nvSpPr>
          <p:cNvPr id="312" name="Google Shape;312;p4"/>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4"/>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18</a:t>
            </a:r>
            <a:endParaRPr/>
          </a:p>
        </p:txBody>
      </p:sp>
      <p:graphicFrame>
        <p:nvGraphicFramePr>
          <p:cNvPr id="314" name="Google Shape;314;p4"/>
          <p:cNvGraphicFramePr/>
          <p:nvPr/>
        </p:nvGraphicFramePr>
        <p:xfrm>
          <a:off x="594360" y="1828800"/>
          <a:ext cx="3000000" cy="3000000"/>
        </p:xfrm>
        <a:graphic>
          <a:graphicData uri="http://schemas.openxmlformats.org/drawingml/2006/table">
            <a:tbl>
              <a:tblPr bandRow="1" firstRow="1">
                <a:noFill/>
                <a:tableStyleId>{DCA48832-FECA-4B3A-B1ED-FC3FDEAFE90E}</a:tableStyleId>
              </a:tblPr>
              <a:tblGrid>
                <a:gridCol w="1645925"/>
                <a:gridCol w="1554475"/>
                <a:gridCol w="2286000"/>
                <a:gridCol w="1463050"/>
                <a:gridCol w="1463050"/>
                <a:gridCol w="914400"/>
              </a:tblGrid>
              <a:tr h="676650">
                <a:tc>
                  <a:txBody>
                    <a:bodyPr/>
                    <a:lstStyle/>
                    <a:p>
                      <a:pPr indent="0" lvl="0" marL="0" marR="0" rtl="0" algn="ctr">
                        <a:lnSpc>
                          <a:spcPct val="100000"/>
                        </a:lnSpc>
                        <a:spcBef>
                          <a:spcPts val="0"/>
                        </a:spcBef>
                        <a:spcAft>
                          <a:spcPts val="0"/>
                        </a:spcAft>
                        <a:buNone/>
                      </a:pPr>
                      <a:r>
                        <a:rPr b="1" lang="es-CO" sz="1300" u="none" cap="none" strike="noStrike">
                          <a:solidFill>
                            <a:srgbClr val="FFFFFF"/>
                          </a:solidFill>
                          <a:latin typeface="Arial"/>
                          <a:ea typeface="Arial"/>
                          <a:cs typeface="Arial"/>
                          <a:sym typeface="Arial"/>
                        </a:rPr>
                        <a:t>Escenario</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b="1" lang="es-CO" sz="1300" u="none" cap="none" strike="noStrike">
                          <a:solidFill>
                            <a:srgbClr val="FFFFFF"/>
                          </a:solidFill>
                          <a:latin typeface="Arial"/>
                          <a:ea typeface="Arial"/>
                          <a:cs typeface="Arial"/>
                          <a:sym typeface="Arial"/>
                        </a:rPr>
                        <a:t>PID servidor</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lang="es-CO" sz="1300">
                          <a:solidFill>
                            <a:srgbClr val="FFFFFF"/>
                          </a:solidFill>
                        </a:rPr>
                        <a:t>PID </a:t>
                      </a:r>
                      <a:r>
                        <a:rPr b="1" lang="es-CO" sz="1300" u="none" cap="none" strike="noStrike">
                          <a:solidFill>
                            <a:srgbClr val="FFFFFF"/>
                          </a:solidFill>
                          <a:latin typeface="Arial"/>
                          <a:ea typeface="Arial"/>
                          <a:cs typeface="Arial"/>
                          <a:sym typeface="Arial"/>
                        </a:rPr>
                        <a:t>Workers</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b="1" lang="es-CO" sz="1300" u="none" cap="none" strike="noStrike">
                          <a:solidFill>
                            <a:srgbClr val="FFFFFF"/>
                          </a:solidFill>
                          <a:latin typeface="Arial"/>
                          <a:ea typeface="Arial"/>
                          <a:cs typeface="Arial"/>
                          <a:sym typeface="Arial"/>
                        </a:rPr>
                        <a:t>CPU pico</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lang="es-CO" sz="1300">
                          <a:solidFill>
                            <a:srgbClr val="FFFFFF"/>
                          </a:solidFill>
                        </a:rPr>
                        <a:t>RAM</a:t>
                      </a:r>
                      <a:r>
                        <a:rPr b="1" lang="es-CO" sz="1300" u="none" cap="none" strike="noStrike">
                          <a:solidFill>
                            <a:srgbClr val="FFFFFF"/>
                          </a:solidFill>
                          <a:latin typeface="Arial"/>
                          <a:ea typeface="Arial"/>
                          <a:cs typeface="Arial"/>
                          <a:sym typeface="Arial"/>
                        </a:rPr>
                        <a:t> pico</a:t>
                      </a:r>
                      <a:endParaRPr/>
                    </a:p>
                  </a:txBody>
                  <a:tcPr marT="27425" marB="27425" marR="45725" marL="45725">
                    <a:solidFill>
                      <a:srgbClr val="1A1A1A"/>
                    </a:solidFill>
                  </a:tcPr>
                </a:tc>
                <a:tc>
                  <a:txBody>
                    <a:bodyPr/>
                    <a:lstStyle/>
                    <a:p>
                      <a:pPr indent="0" lvl="0" marL="0" marR="0" rtl="0" algn="ctr">
                        <a:lnSpc>
                          <a:spcPct val="100000"/>
                        </a:lnSpc>
                        <a:spcBef>
                          <a:spcPts val="0"/>
                        </a:spcBef>
                        <a:spcAft>
                          <a:spcPts val="0"/>
                        </a:spcAft>
                        <a:buNone/>
                      </a:pPr>
                      <a:r>
                        <a:rPr b="1" lang="es-CO" sz="1300" u="none" cap="none" strike="noStrike">
                          <a:solidFill>
                            <a:srgbClr val="FFFFFF"/>
                          </a:solidFill>
                          <a:latin typeface="Arial"/>
                          <a:ea typeface="Arial"/>
                          <a:cs typeface="Arial"/>
                          <a:sym typeface="Arial"/>
                        </a:rPr>
                        <a:t>Hilos</a:t>
                      </a:r>
                      <a:endParaRPr/>
                    </a:p>
                  </a:txBody>
                  <a:tcPr marT="27425" marB="27425" marR="45725" marL="45725">
                    <a:solidFill>
                      <a:srgbClr val="1A1A1A"/>
                    </a:solidFill>
                  </a:tcPr>
                </a:tc>
              </a:tr>
              <a:tr h="676650">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Secuencial</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144618</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144620</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126,1 %</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48,3 MB</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4</a:t>
                      </a:r>
                      <a:endParaRPr/>
                    </a:p>
                  </a:txBody>
                  <a:tcPr marT="27425" marB="27425" marR="45725" marL="45725">
                    <a:solidFill>
                      <a:srgbClr val="FFFFFF"/>
                    </a:solidFill>
                  </a:tcPr>
                </a:tc>
              </a:tr>
              <a:tr h="676650">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Concurrente</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145156</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145158 / 145159</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152,6 %</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71,2 MB</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12</a:t>
                      </a:r>
                      <a:endParaRPr/>
                    </a:p>
                  </a:txBody>
                  <a:tcPr marT="27425" marB="27425" marR="45725" marL="45725">
                    <a:solidFill>
                      <a:srgbClr val="F2F2F2"/>
                    </a:solidFill>
                  </a:tcPr>
                </a:tc>
              </a:tr>
              <a:tr h="676650">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Race</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145524</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145526 / 145527</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151,2 %</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72,7 MB</a:t>
                      </a:r>
                      <a:endParaRPr/>
                    </a:p>
                  </a:txBody>
                  <a:tcPr marT="27425" marB="27425" marR="45725" marL="45725">
                    <a:solidFill>
                      <a:srgbClr val="FFFFFF"/>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12</a:t>
                      </a:r>
                      <a:endParaRPr/>
                    </a:p>
                  </a:txBody>
                  <a:tcPr marT="27425" marB="27425" marR="45725" marL="45725">
                    <a:solidFill>
                      <a:srgbClr val="FFFFFF"/>
                    </a:solidFill>
                  </a:tcPr>
                </a:tc>
              </a:tr>
              <a:tr h="676650">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Mutex</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145996</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145998 / 145999</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154,9 %</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72,5 MB</a:t>
                      </a:r>
                      <a:endParaRPr/>
                    </a:p>
                  </a:txBody>
                  <a:tcPr marT="27425" marB="27425" marR="45725" marL="45725">
                    <a:solidFill>
                      <a:srgbClr val="F2F2F2"/>
                    </a:solidFill>
                  </a:tcPr>
                </a:tc>
                <a:tc>
                  <a:txBody>
                    <a:bodyPr/>
                    <a:lstStyle/>
                    <a:p>
                      <a:pPr indent="0" lvl="0" marL="0" marR="0" rtl="0" algn="ctr">
                        <a:lnSpc>
                          <a:spcPct val="100000"/>
                        </a:lnSpc>
                        <a:spcBef>
                          <a:spcPts val="0"/>
                        </a:spcBef>
                        <a:spcAft>
                          <a:spcPts val="0"/>
                        </a:spcAft>
                        <a:buNone/>
                      </a:pPr>
                      <a:r>
                        <a:rPr b="0" lang="es-CO" sz="1300" u="none" cap="none" strike="noStrike">
                          <a:solidFill>
                            <a:srgbClr val="1A1A1A"/>
                          </a:solidFill>
                          <a:latin typeface="Arial"/>
                          <a:ea typeface="Arial"/>
                          <a:cs typeface="Arial"/>
                          <a:sym typeface="Arial"/>
                        </a:rPr>
                        <a:t>12</a:t>
                      </a:r>
                      <a:endParaRPr/>
                    </a:p>
                  </a:txBody>
                  <a:tcPr marT="27425" marB="27425" marR="45725" marL="45725">
                    <a:solidFill>
                      <a:srgbClr val="F2F2F2"/>
                    </a:solidFill>
                  </a:tcPr>
                </a:tc>
              </a:tr>
            </a:tbl>
          </a:graphicData>
        </a:graphic>
      </p:graphicFrame>
      <p:sp>
        <p:nvSpPr>
          <p:cNvPr id="315" name="Google Shape;315;p4"/>
          <p:cNvSpPr/>
          <p:nvPr/>
        </p:nvSpPr>
        <p:spPr>
          <a:xfrm>
            <a:off x="914400" y="5532120"/>
            <a:ext cx="2103120" cy="502920"/>
          </a:xfrm>
          <a:prstGeom prst="roundRect">
            <a:avLst>
              <a:gd fmla="val 16667" name="adj"/>
            </a:avLst>
          </a:prstGeom>
          <a:solidFill>
            <a:srgbClr val="FFCC29"/>
          </a:solidFill>
          <a:ln cap="flat" cmpd="sng" w="13950">
            <a:solidFill>
              <a:srgbClr val="FFCC2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1600" u="none" cap="none" strike="noStrike">
                <a:solidFill>
                  <a:srgbClr val="1A1A1A"/>
                </a:solidFill>
                <a:latin typeface="Arial"/>
                <a:ea typeface="Arial"/>
                <a:cs typeface="Arial"/>
                <a:sym typeface="Arial"/>
              </a:rPr>
              <a:t>CPU &gt; 100 %</a:t>
            </a:r>
            <a:endParaRPr/>
          </a:p>
        </p:txBody>
      </p:sp>
      <p:sp>
        <p:nvSpPr>
          <p:cNvPr id="316" name="Google Shape;316;p4"/>
          <p:cNvSpPr txBox="1"/>
          <p:nvPr/>
        </p:nvSpPr>
        <p:spPr>
          <a:xfrm>
            <a:off x="3246120" y="5486400"/>
            <a:ext cx="8046720" cy="59436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0" i="0" lang="es-CO" sz="1600" u="none" cap="none" strike="noStrike">
                <a:solidFill>
                  <a:srgbClr val="1A1A1A"/>
                </a:solidFill>
                <a:latin typeface="Arial"/>
                <a:ea typeface="Arial"/>
                <a:cs typeface="Arial"/>
                <a:sym typeface="Arial"/>
              </a:rPr>
              <a:t>Es válido: representa la suma de varios procesos ejecutándose en distintos núcleos.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
          <p:cNvSpPr txBox="1"/>
          <p:nvPr/>
        </p:nvSpPr>
        <p:spPr>
          <a:xfrm>
            <a:off x="4217330" y="228600"/>
            <a:ext cx="107898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Cómo reproducir y verificar</a:t>
            </a:r>
            <a:endParaRPr/>
          </a:p>
        </p:txBody>
      </p:sp>
      <p:sp>
        <p:nvSpPr>
          <p:cNvPr id="322" name="Google Shape;322;p5"/>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5"/>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20</a:t>
            </a:r>
            <a:endParaRPr/>
          </a:p>
        </p:txBody>
      </p:sp>
      <p:sp>
        <p:nvSpPr>
          <p:cNvPr id="324" name="Google Shape;324;p5"/>
          <p:cNvSpPr txBox="1"/>
          <p:nvPr/>
        </p:nvSpPr>
        <p:spPr>
          <a:xfrm>
            <a:off x="822960" y="1828800"/>
            <a:ext cx="3657600" cy="32004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1. Ejecutar la matriz completa</a:t>
            </a:r>
            <a:endParaRPr/>
          </a:p>
        </p:txBody>
      </p:sp>
      <p:sp>
        <p:nvSpPr>
          <p:cNvPr id="325" name="Google Shape;325;p5"/>
          <p:cNvSpPr/>
          <p:nvPr/>
        </p:nvSpPr>
        <p:spPr>
          <a:xfrm>
            <a:off x="822960" y="2240280"/>
            <a:ext cx="10972800" cy="685800"/>
          </a:xfrm>
          <a:prstGeom prst="rect">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0" i="0" lang="es-CO" sz="1300" u="none" cap="none" strike="noStrike">
                <a:solidFill>
                  <a:srgbClr val="FFFFFF"/>
                </a:solidFill>
                <a:latin typeface="Courier New"/>
                <a:ea typeface="Courier New"/>
                <a:cs typeface="Courier New"/>
                <a:sym typeface="Courier New"/>
              </a:rPr>
              <a:t>python scripts/run_experiments.py --quantities 100 500 1000 --concurrency 100</a:t>
            </a:r>
            <a:endParaRPr/>
          </a:p>
        </p:txBody>
      </p:sp>
      <p:sp>
        <p:nvSpPr>
          <p:cNvPr id="326" name="Google Shape;326;p5"/>
          <p:cNvSpPr txBox="1"/>
          <p:nvPr/>
        </p:nvSpPr>
        <p:spPr>
          <a:xfrm>
            <a:off x="822960" y="3246120"/>
            <a:ext cx="4114800" cy="32004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2. Ejecutar las pruebas automatizadas</a:t>
            </a:r>
            <a:endParaRPr/>
          </a:p>
        </p:txBody>
      </p:sp>
      <p:sp>
        <p:nvSpPr>
          <p:cNvPr id="327" name="Google Shape;327;p5"/>
          <p:cNvSpPr/>
          <p:nvPr/>
        </p:nvSpPr>
        <p:spPr>
          <a:xfrm>
            <a:off x="822960" y="3657600"/>
            <a:ext cx="10972800" cy="640080"/>
          </a:xfrm>
          <a:prstGeom prst="rect">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0" i="0" lang="es-CO" sz="1300" u="none" cap="none" strike="noStrike">
                <a:solidFill>
                  <a:srgbClr val="FFFFFF"/>
                </a:solidFill>
                <a:latin typeface="Courier New"/>
                <a:ea typeface="Courier New"/>
                <a:cs typeface="Courier New"/>
                <a:sym typeface="Courier New"/>
              </a:rPr>
              <a:t>python -m unittest discover -s tests -v</a:t>
            </a:r>
            <a:endParaRPr/>
          </a:p>
        </p:txBody>
      </p:sp>
      <p:sp>
        <p:nvSpPr>
          <p:cNvPr id="328" name="Google Shape;328;p5"/>
          <p:cNvSpPr txBox="1"/>
          <p:nvPr/>
        </p:nvSpPr>
        <p:spPr>
          <a:xfrm>
            <a:off x="822960" y="4617720"/>
            <a:ext cx="3657600" cy="32004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3. Revisar la evidencia</a:t>
            </a:r>
            <a:endParaRPr/>
          </a:p>
        </p:txBody>
      </p:sp>
      <p:sp>
        <p:nvSpPr>
          <p:cNvPr id="329" name="Google Shape;329;p5"/>
          <p:cNvSpPr txBox="1"/>
          <p:nvPr/>
        </p:nvSpPr>
        <p:spPr>
          <a:xfrm>
            <a:off x="822960" y="4983480"/>
            <a:ext cx="10789920" cy="1280160"/>
          </a:xfrm>
          <a:prstGeom prst="rect">
            <a:avLst/>
          </a:prstGeom>
          <a:noFill/>
          <a:ln>
            <a:noFill/>
          </a:ln>
        </p:spPr>
        <p:txBody>
          <a:bodyPr anchorCtr="0" anchor="t" bIns="45700" lIns="109725" spcFirstLastPara="1" rIns="73150" wrap="square" tIns="45700">
            <a:spAutoFit/>
          </a:bodyPr>
          <a:lstStyle/>
          <a:p>
            <a:pPr indent="0" lvl="0" marL="0" marR="0" rtl="0" algn="l">
              <a:lnSpc>
                <a:spcPct val="100000"/>
              </a:lnSpc>
              <a:spcBef>
                <a:spcPts val="0"/>
              </a:spcBef>
              <a:spcAft>
                <a:spcPts val="0"/>
              </a:spcAft>
              <a:buNone/>
            </a:pPr>
            <a:r>
              <a:rPr b="0" i="0" lang="es-CO" sz="1500" u="none" cap="none" strike="noStrike">
                <a:solidFill>
                  <a:srgbClr val="1A1A1A"/>
                </a:solidFill>
                <a:latin typeface="Arial"/>
                <a:ea typeface="Arial"/>
                <a:cs typeface="Arial"/>
                <a:sym typeface="Arial"/>
              </a:rPr>
              <a:t>•  evidence/load-tests/report.md y results.csv</a:t>
            </a:r>
            <a:endParaRPr/>
          </a:p>
          <a:p>
            <a:pPr indent="0" lvl="0" marL="0" marR="0" rtl="0" algn="l">
              <a:lnSpc>
                <a:spcPct val="100000"/>
              </a:lnSpc>
              <a:spcBef>
                <a:spcPts val="1100"/>
              </a:spcBef>
              <a:spcAft>
                <a:spcPts val="0"/>
              </a:spcAft>
              <a:buNone/>
            </a:pPr>
            <a:r>
              <a:rPr b="0" i="0" lang="es-CO" sz="1500" u="none" cap="none" strike="noStrike">
                <a:solidFill>
                  <a:srgbClr val="1A1A1A"/>
                </a:solidFill>
                <a:latin typeface="Arial"/>
                <a:ea typeface="Arial"/>
                <a:cs typeface="Arial"/>
                <a:sym typeface="Arial"/>
              </a:rPr>
              <a:t>•  summary.json, resource-samples.json y trace-excerpts.json</a:t>
            </a:r>
            <a:endParaRPr/>
          </a:p>
          <a:p>
            <a:pPr indent="0" lvl="0" marL="0" marR="0" rtl="0" algn="l">
              <a:lnSpc>
                <a:spcPct val="100000"/>
              </a:lnSpc>
              <a:spcBef>
                <a:spcPts val="1100"/>
              </a:spcBef>
              <a:spcAft>
                <a:spcPts val="0"/>
              </a:spcAft>
              <a:buNone/>
            </a:pPr>
            <a:r>
              <a:rPr b="0" i="0" lang="es-CO" sz="1500" u="none" cap="none" strike="noStrike">
                <a:solidFill>
                  <a:srgbClr val="1A1A1A"/>
                </a:solidFill>
                <a:latin typeface="Arial"/>
                <a:ea typeface="Arial"/>
                <a:cs typeface="Arial"/>
                <a:sym typeface="Arial"/>
              </a:rPr>
              <a:t>•  Resultado final de la suite: 27 pruebas aprobadas.</a:t>
            </a:r>
            <a:endParaRPr/>
          </a:p>
        </p:txBody>
      </p:sp>
      <p:sp>
        <p:nvSpPr>
          <p:cNvPr id="330" name="TextBox 329"/>
          <p:cNvSpPr txBox="1"/>
          <p:nvPr/>
        </p:nvSpPr>
        <p:spPr>
          <a:xfrm>
            <a:off x="822960" y="6144768"/>
            <a:ext cx="10972800" cy="365760"/>
          </a:xfrm>
          <a:prstGeom prst="rect">
            <a:avLst/>
          </a:prstGeom>
          <a:noFill/>
        </p:spPr>
        <p:txBody>
          <a:bodyPr wrap="square" anchor="t" lIns="45720" rIns="45720">
            <a:spAutoFit/>
          </a:bodyPr>
          <a:lstStyle/>
          <a:p>
            <a:pPr algn="l">
              <a:spcAft>
                <a:spcPts val="400"/>
              </a:spcAft>
            </a:pPr>
            <a:r>
              <a:rPr sz="1700" b="1" i="0">
                <a:solidFill>
                  <a:srgbClr val="1A1A1A"/>
                </a:solidFill>
                <a:latin typeface="Arial"/>
              </a:rPr>
              <a:t>4. Revisar las evidencias en Linux</a:t>
            </a:r>
          </a:p>
        </p:txBody>
      </p:sp>
      <p:sp>
        <p:nvSpPr>
          <p:cNvPr id="331" name="TextBox 330"/>
          <p:cNvSpPr txBox="1"/>
          <p:nvPr/>
        </p:nvSpPr>
        <p:spPr>
          <a:xfrm>
            <a:off x="960120" y="6537960"/>
            <a:ext cx="10789920" cy="365760"/>
          </a:xfrm>
          <a:prstGeom prst="rect">
            <a:avLst/>
          </a:prstGeom>
          <a:noFill/>
        </p:spPr>
        <p:txBody>
          <a:bodyPr wrap="square" anchor="t" lIns="45720" rIns="45720">
            <a:spAutoFit/>
          </a:bodyPr>
          <a:lstStyle/>
          <a:p>
            <a:pPr algn="l">
              <a:spcAft>
                <a:spcPts val="400"/>
              </a:spcAft>
            </a:pPr>
            <a:r>
              <a:rPr sz="1400" b="0" i="0">
                <a:solidFill>
                  <a:srgbClr val="1A1A1A"/>
                </a:solidFill>
                <a:latin typeface="Arial"/>
              </a:rPr>
              <a:t>evidence/README.md: 14 capturas de Debian con su comando y su explicación; diagramas en evidence/Esquemas</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6"/>
          <p:cNvSpPr txBox="1"/>
          <p:nvPr/>
        </p:nvSpPr>
        <p:spPr>
          <a:xfrm>
            <a:off x="4217327" y="220650"/>
            <a:ext cx="5472600" cy="489600"/>
          </a:xfrm>
          <a:prstGeom prst="rect">
            <a:avLst/>
          </a:prstGeom>
          <a:noFill/>
          <a:ln>
            <a:noFill/>
          </a:ln>
        </p:spPr>
        <p:txBody>
          <a:bodyPr anchorCtr="0" anchor="ctr" bIns="36575" lIns="73150" spcFirstLastPara="1" rIns="73150" wrap="square" tIns="36575">
            <a:spAutoFit/>
          </a:bodyPr>
          <a:lstStyle/>
          <a:p>
            <a:pPr indent="0" lvl="0" marL="0" marR="0" rtl="0" algn="l">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Conclusiones</a:t>
            </a:r>
            <a:endParaRPr/>
          </a:p>
        </p:txBody>
      </p:sp>
      <p:sp>
        <p:nvSpPr>
          <p:cNvPr id="335" name="Google Shape;335;p6"/>
          <p:cNvSpPr/>
          <p:nvPr/>
        </p:nvSpPr>
        <p:spPr>
          <a:xfrm>
            <a:off x="640080" y="1444752"/>
            <a:ext cx="914400" cy="64008"/>
          </a:xfrm>
          <a:prstGeom prst="rect">
            <a:avLst/>
          </a:prstGeom>
          <a:solidFill>
            <a:srgbClr val="FFCC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6"/>
          <p:cNvSpPr txBox="1"/>
          <p:nvPr/>
        </p:nvSpPr>
        <p:spPr>
          <a:xfrm>
            <a:off x="11475720" y="7150608"/>
            <a:ext cx="502920" cy="228600"/>
          </a:xfrm>
          <a:prstGeom prst="rect">
            <a:avLst/>
          </a:prstGeom>
          <a:noFill/>
          <a:ln>
            <a:noFill/>
          </a:ln>
        </p:spPr>
        <p:txBody>
          <a:bodyPr anchorCtr="0" anchor="ctr" bIns="36575" lIns="73150" spcFirstLastPara="1" rIns="73150" wrap="square" tIns="36575">
            <a:spAutoFit/>
          </a:bodyPr>
          <a:lstStyle/>
          <a:p>
            <a:pPr indent="0" lvl="0" marL="0" marR="0" rtl="0" algn="r">
              <a:lnSpc>
                <a:spcPct val="100000"/>
              </a:lnSpc>
              <a:spcBef>
                <a:spcPts val="0"/>
              </a:spcBef>
              <a:spcAft>
                <a:spcPts val="0"/>
              </a:spcAft>
              <a:buNone/>
            </a:pPr>
            <a:r>
              <a:rPr b="0" i="0" lang="es-CO" sz="900" u="none" cap="none" strike="noStrike">
                <a:solidFill>
                  <a:srgbClr val="828282"/>
                </a:solidFill>
                <a:latin typeface="Arial"/>
                <a:ea typeface="Arial"/>
                <a:cs typeface="Arial"/>
                <a:sym typeface="Arial"/>
              </a:rPr>
              <a:t>21</a:t>
            </a:r>
            <a:endParaRPr/>
          </a:p>
        </p:txBody>
      </p:sp>
      <p:sp>
        <p:nvSpPr>
          <p:cNvPr id="337" name="Google Shape;337;p6"/>
          <p:cNvSpPr/>
          <p:nvPr/>
        </p:nvSpPr>
        <p:spPr>
          <a:xfrm>
            <a:off x="777240" y="2057400"/>
            <a:ext cx="2377440" cy="100584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7,1×</a:t>
            </a:r>
            <a:endParaRPr/>
          </a:p>
        </p:txBody>
      </p:sp>
      <p:sp>
        <p:nvSpPr>
          <p:cNvPr id="338" name="Google Shape;338;p6"/>
          <p:cNvSpPr txBox="1"/>
          <p:nvPr/>
        </p:nvSpPr>
        <p:spPr>
          <a:xfrm>
            <a:off x="777240" y="3246120"/>
            <a:ext cx="2377440" cy="77724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Mayor rendimiento</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con concurrencia</a:t>
            </a:r>
            <a:endParaRPr/>
          </a:p>
        </p:txBody>
      </p:sp>
      <p:sp>
        <p:nvSpPr>
          <p:cNvPr id="339" name="Google Shape;339;p6"/>
          <p:cNvSpPr/>
          <p:nvPr/>
        </p:nvSpPr>
        <p:spPr>
          <a:xfrm>
            <a:off x="3657600" y="2057400"/>
            <a:ext cx="2377440" cy="1005840"/>
          </a:xfrm>
          <a:prstGeom prst="roundRect">
            <a:avLst>
              <a:gd fmla="val 16667" name="adj"/>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700" u="none" cap="none" strike="noStrike">
                <a:solidFill>
                  <a:srgbClr val="FFFFFF"/>
                </a:solidFill>
                <a:latin typeface="Arial"/>
                <a:ea typeface="Arial"/>
                <a:cs typeface="Arial"/>
                <a:sym typeface="Arial"/>
              </a:rPr>
              <a:t>0</a:t>
            </a:r>
            <a:endParaRPr/>
          </a:p>
        </p:txBody>
      </p:sp>
      <p:sp>
        <p:nvSpPr>
          <p:cNvPr id="340" name="Google Shape;340;p6"/>
          <p:cNvSpPr txBox="1"/>
          <p:nvPr/>
        </p:nvSpPr>
        <p:spPr>
          <a:xfrm>
            <a:off x="3657600" y="3246120"/>
            <a:ext cx="2377440" cy="77724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Pérdidas usando</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exclusión mutua</a:t>
            </a:r>
            <a:endParaRPr/>
          </a:p>
        </p:txBody>
      </p:sp>
      <p:sp>
        <p:nvSpPr>
          <p:cNvPr id="341" name="Google Shape;341;p6"/>
          <p:cNvSpPr/>
          <p:nvPr/>
        </p:nvSpPr>
        <p:spPr>
          <a:xfrm>
            <a:off x="6537959" y="2057400"/>
            <a:ext cx="2377440" cy="1005840"/>
          </a:xfrm>
          <a:prstGeom prst="roundRect">
            <a:avLst>
              <a:gd fmla="val 16667" name="adj"/>
            </a:avLst>
          </a:prstGeom>
          <a:solidFill>
            <a:srgbClr val="FFCC29"/>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700" u="none" cap="none" strike="noStrike">
                <a:solidFill>
                  <a:srgbClr val="1A1A1A"/>
                </a:solidFill>
                <a:latin typeface="Arial"/>
                <a:ea typeface="Arial"/>
                <a:cs typeface="Arial"/>
                <a:sym typeface="Arial"/>
              </a:rPr>
              <a:t>ORDEN</a:t>
            </a:r>
            <a:endParaRPr/>
          </a:p>
        </p:txBody>
      </p:sp>
      <p:sp>
        <p:nvSpPr>
          <p:cNvPr id="342" name="Google Shape;342;p6"/>
          <p:cNvSpPr txBox="1"/>
          <p:nvPr/>
        </p:nvSpPr>
        <p:spPr>
          <a:xfrm>
            <a:off x="6537959" y="3246120"/>
            <a:ext cx="2377440" cy="77724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Global de locks</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evita deadlock</a:t>
            </a:r>
            <a:endParaRPr/>
          </a:p>
        </p:txBody>
      </p:sp>
      <p:sp>
        <p:nvSpPr>
          <p:cNvPr id="343" name="Google Shape;343;p6"/>
          <p:cNvSpPr/>
          <p:nvPr/>
        </p:nvSpPr>
        <p:spPr>
          <a:xfrm>
            <a:off x="9418319" y="2057400"/>
            <a:ext cx="2377440" cy="1005840"/>
          </a:xfrm>
          <a:prstGeom prst="roundRect">
            <a:avLst>
              <a:gd fmla="val 16667" name="adj"/>
            </a:avLst>
          </a:prstGeom>
          <a:solidFill>
            <a:srgbClr val="1A1A1A"/>
          </a:solidFill>
          <a:ln cap="flat" cmpd="sng" w="13950">
            <a:solidFill>
              <a:srgbClr val="1A1A1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i="0" lang="es-CO" sz="2700" u="none" cap="none" strike="noStrike">
                <a:solidFill>
                  <a:srgbClr val="FFFFFF"/>
                </a:solidFill>
                <a:latin typeface="Arial"/>
                <a:ea typeface="Arial"/>
                <a:cs typeface="Arial"/>
                <a:sym typeface="Arial"/>
              </a:rPr>
              <a:t>27</a:t>
            </a:r>
            <a:endParaRPr/>
          </a:p>
        </p:txBody>
      </p:sp>
      <p:sp>
        <p:nvSpPr>
          <p:cNvPr id="344" name="Google Shape;344;p6"/>
          <p:cNvSpPr txBox="1"/>
          <p:nvPr/>
        </p:nvSpPr>
        <p:spPr>
          <a:xfrm>
            <a:off x="9418319" y="3246120"/>
            <a:ext cx="2377440" cy="77724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1700" u="none" cap="none" strike="noStrike">
                <a:solidFill>
                  <a:srgbClr val="1A1A1A"/>
                </a:solidFill>
                <a:latin typeface="Arial"/>
                <a:ea typeface="Arial"/>
                <a:cs typeface="Arial"/>
                <a:sym typeface="Arial"/>
              </a:rPr>
              <a:t>Pruebas</a:t>
            </a:r>
            <a:br>
              <a:rPr b="1" i="0" lang="es-CO" sz="1700" u="none" cap="none" strike="noStrike">
                <a:solidFill>
                  <a:srgbClr val="1A1A1A"/>
                </a:solidFill>
                <a:latin typeface="Arial"/>
                <a:ea typeface="Arial"/>
                <a:cs typeface="Arial"/>
                <a:sym typeface="Arial"/>
              </a:rPr>
            </a:br>
            <a:r>
              <a:rPr b="1" i="0" lang="es-CO" sz="1700" u="none" cap="none" strike="noStrike">
                <a:solidFill>
                  <a:srgbClr val="1A1A1A"/>
                </a:solidFill>
                <a:latin typeface="Arial"/>
                <a:ea typeface="Arial"/>
                <a:cs typeface="Arial"/>
                <a:sym typeface="Arial"/>
              </a:rPr>
              <a:t>aprobadas</a:t>
            </a:r>
            <a:endParaRPr/>
          </a:p>
        </p:txBody>
      </p:sp>
      <p:sp>
        <p:nvSpPr>
          <p:cNvPr id="345" name="Google Shape;345;p6"/>
          <p:cNvSpPr txBox="1"/>
          <p:nvPr/>
        </p:nvSpPr>
        <p:spPr>
          <a:xfrm>
            <a:off x="1005840" y="4846320"/>
            <a:ext cx="10149840" cy="731520"/>
          </a:xfrm>
          <a:prstGeom prst="rect">
            <a:avLst/>
          </a:prstGeom>
          <a:noFill/>
          <a:ln>
            <a:noFill/>
          </a:ln>
        </p:spPr>
        <p:txBody>
          <a:bodyPr anchorCtr="0" anchor="ctr" bIns="36575" lIns="73150" spcFirstLastPara="1" rIns="73150" wrap="square" tIns="36575">
            <a:spAutoFit/>
          </a:bodyPr>
          <a:lstStyle/>
          <a:p>
            <a:pPr indent="0" lvl="0" marL="0" marR="0" rtl="0" algn="ctr">
              <a:lnSpc>
                <a:spcPct val="100000"/>
              </a:lnSpc>
              <a:spcBef>
                <a:spcPts val="0"/>
              </a:spcBef>
              <a:spcAft>
                <a:spcPts val="0"/>
              </a:spcAft>
              <a:buNone/>
            </a:pPr>
            <a:r>
              <a:rPr b="1" i="0" lang="es-CO" sz="2000" u="none" cap="none" strike="noStrike">
                <a:solidFill>
                  <a:srgbClr val="1A1A1A"/>
                </a:solidFill>
                <a:latin typeface="Arial"/>
                <a:ea typeface="Arial"/>
                <a:cs typeface="Arial"/>
                <a:sym typeface="Arial"/>
              </a:rPr>
              <a:t>La concurrencia mejora el rendimiento, pero requiere sincronización y evidencia para garantizar resultados correctos.</a:t>
            </a:r>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192024"/>
            <a:ext cx="8138160" cy="548640"/>
          </a:xfrm>
          <a:prstGeom prst="rect">
            <a:avLst/>
          </a:prstGeom>
          <a:noFill/>
        </p:spPr>
        <p:txBody>
          <a:bodyPr wrap="square" anchor="t" lIns="45720" rIns="45720">
            <a:spAutoFit/>
          </a:bodyPr>
          <a:lstStyle/>
          <a:p>
            <a:pPr algn="l">
              <a:spcAft>
                <a:spcPts val="400"/>
              </a:spcAft>
            </a:pPr>
            <a:r>
              <a:rPr sz="2700" b="1" i="0">
                <a:solidFill>
                  <a:srgbClr val="1A1A1A"/>
                </a:solidFill>
                <a:latin typeface="Arial"/>
              </a:rPr>
              <a:t>¿Por qué procesos y además hilos?</a:t>
            </a:r>
          </a:p>
        </p:txBody>
      </p:sp>
      <p:sp>
        <p:nvSpPr>
          <p:cNvPr id="3" name="Rectangle 2"/>
          <p:cNvSpPr/>
          <p:nvPr/>
        </p:nvSpPr>
        <p:spPr>
          <a:xfrm>
            <a:off x="640080" y="1444752"/>
            <a:ext cx="914400" cy="64008"/>
          </a:xfrm>
          <a:prstGeom prst="rect">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5720" y="7150608"/>
            <a:ext cx="502920" cy="228600"/>
          </a:xfrm>
          <a:prstGeom prst="rect">
            <a:avLst/>
          </a:prstGeom>
          <a:noFill/>
        </p:spPr>
        <p:txBody>
          <a:bodyPr wrap="square" anchor="t" lIns="45720" rIns="45720">
            <a:spAutoFit/>
          </a:bodyPr>
          <a:lstStyle/>
          <a:p>
            <a:pPr algn="r">
              <a:spcAft>
                <a:spcPts val="400"/>
              </a:spcAft>
            </a:pPr>
            <a:r>
              <a:rPr sz="900" b="0" i="0">
                <a:solidFill>
                  <a:srgbClr val="828282"/>
                </a:solidFill>
                <a:latin typeface="Arial"/>
              </a:rPr>
              <a:t>04</a:t>
            </a:r>
          </a:p>
        </p:txBody>
      </p:sp>
      <p:sp>
        <p:nvSpPr>
          <p:cNvPr id="5" name="Rounded Rectangle 4"/>
          <p:cNvSpPr/>
          <p:nvPr/>
        </p:nvSpPr>
        <p:spPr>
          <a:xfrm>
            <a:off x="685800" y="1783080"/>
            <a:ext cx="557784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011680"/>
            <a:ext cx="502920" cy="502920"/>
          </a:xfrm>
          <a:prstGeom prst="ellipse">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A1A1A"/>
                </a:solidFill>
                <a:latin typeface="Arial"/>
              </a:rPr>
              <a:t>1</a:t>
            </a:r>
          </a:p>
        </p:txBody>
      </p:sp>
      <p:sp>
        <p:nvSpPr>
          <p:cNvPr id="7" name="TextBox 6"/>
          <p:cNvSpPr txBox="1"/>
          <p:nvPr/>
        </p:nvSpPr>
        <p:spPr>
          <a:xfrm>
            <a:off x="1554480" y="2011680"/>
            <a:ext cx="4526280" cy="502920"/>
          </a:xfrm>
          <a:prstGeom prst="rect">
            <a:avLst/>
          </a:prstGeom>
          <a:noFill/>
        </p:spPr>
        <p:txBody>
          <a:bodyPr wrap="square" anchor="ctr" lIns="45720" rIns="45720">
            <a:spAutoFit/>
          </a:bodyPr>
          <a:lstStyle/>
          <a:p>
            <a:pPr algn="l">
              <a:spcAft>
                <a:spcPts val="400"/>
              </a:spcAft>
            </a:pPr>
            <a:r>
              <a:rPr sz="1800" b="1" i="0">
                <a:solidFill>
                  <a:srgbClr val="1A1A1A"/>
                </a:solidFill>
                <a:latin typeface="Arial"/>
              </a:rPr>
              <a:t>Procesos trabajadores</a:t>
            </a:r>
          </a:p>
        </p:txBody>
      </p:sp>
      <p:sp>
        <p:nvSpPr>
          <p:cNvPr id="8" name="TextBox 7"/>
          <p:cNvSpPr txBox="1"/>
          <p:nvPr/>
        </p:nvSpPr>
        <p:spPr>
          <a:xfrm>
            <a:off x="960120" y="2651760"/>
            <a:ext cx="5074920" cy="1188720"/>
          </a:xfrm>
          <a:prstGeom prst="rect">
            <a:avLst/>
          </a:prstGeom>
          <a:noFill/>
        </p:spPr>
        <p:txBody>
          <a:bodyPr wrap="square" anchor="t" lIns="45720" rIns="45720">
            <a:spAutoFit/>
          </a:bodyPr>
          <a:lstStyle/>
          <a:p>
            <a:pPr algn="l">
              <a:spcAft>
                <a:spcPts val="400"/>
              </a:spcAft>
            </a:pPr>
            <a:r>
              <a:rPr sz="1500" b="0" i="0">
                <a:solidFill>
                  <a:srgbClr val="1A1A1A"/>
                </a:solidFill>
                <a:latin typeface="Arial"/>
              </a:rPr>
              <a:t>Cada proceso tiene su propio intérprete y su propio GIL, así que el sistema operativo los reparte entre núcleos: hay paralelismo real. Si un trabajador falla, el servidor sigue vivo.</a:t>
            </a:r>
          </a:p>
        </p:txBody>
      </p:sp>
      <p:sp>
        <p:nvSpPr>
          <p:cNvPr id="9" name="Rounded Rectangle 8"/>
          <p:cNvSpPr/>
          <p:nvPr/>
        </p:nvSpPr>
        <p:spPr>
          <a:xfrm>
            <a:off x="6492240" y="1783080"/>
            <a:ext cx="557784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20840" y="2011680"/>
            <a:ext cx="502920" cy="502920"/>
          </a:xfrm>
          <a:prstGeom prst="ellipse">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A1A1A"/>
                </a:solidFill>
                <a:latin typeface="Arial"/>
              </a:rPr>
              <a:t>2</a:t>
            </a:r>
          </a:p>
        </p:txBody>
      </p:sp>
      <p:sp>
        <p:nvSpPr>
          <p:cNvPr id="11" name="TextBox 10"/>
          <p:cNvSpPr txBox="1"/>
          <p:nvPr/>
        </p:nvSpPr>
        <p:spPr>
          <a:xfrm>
            <a:off x="7360919" y="2011680"/>
            <a:ext cx="4526280" cy="502920"/>
          </a:xfrm>
          <a:prstGeom prst="rect">
            <a:avLst/>
          </a:prstGeom>
          <a:noFill/>
        </p:spPr>
        <p:txBody>
          <a:bodyPr wrap="square" anchor="ctr" lIns="45720" rIns="45720">
            <a:spAutoFit/>
          </a:bodyPr>
          <a:lstStyle/>
          <a:p>
            <a:pPr algn="l">
              <a:spcAft>
                <a:spcPts val="400"/>
              </a:spcAft>
            </a:pPr>
            <a:r>
              <a:rPr sz="1800" b="1" i="0">
                <a:solidFill>
                  <a:srgbClr val="1A1A1A"/>
                </a:solidFill>
                <a:latin typeface="Arial"/>
              </a:rPr>
              <a:t>Hilos dentro de cada trabajador</a:t>
            </a:r>
          </a:p>
        </p:txBody>
      </p:sp>
      <p:sp>
        <p:nvSpPr>
          <p:cNvPr id="12" name="TextBox 11"/>
          <p:cNvSpPr txBox="1"/>
          <p:nvPr/>
        </p:nvSpPr>
        <p:spPr>
          <a:xfrm>
            <a:off x="6766559" y="2651760"/>
            <a:ext cx="5074920" cy="1188720"/>
          </a:xfrm>
          <a:prstGeom prst="rect">
            <a:avLst/>
          </a:prstGeom>
          <a:noFill/>
        </p:spPr>
        <p:txBody>
          <a:bodyPr wrap="square" anchor="t" lIns="45720" rIns="45720">
            <a:spAutoFit/>
          </a:bodyPr>
          <a:lstStyle/>
          <a:p>
            <a:pPr algn="l">
              <a:spcAft>
                <a:spcPts val="400"/>
              </a:spcAft>
            </a:pPr>
            <a:r>
              <a:rPr sz="1500" b="0" i="0">
                <a:solidFill>
                  <a:srgbClr val="1A1A1A"/>
                </a:solidFill>
                <a:latin typeface="Arial"/>
              </a:rPr>
              <a:t>Mientras un pedido espera (validación, facturación, despacho), otro hilo avanza. Comparten la memoria del proceso, por eso son más baratos de crear que un proceso nuevo.</a:t>
            </a:r>
          </a:p>
        </p:txBody>
      </p:sp>
      <p:sp>
        <p:nvSpPr>
          <p:cNvPr id="13" name="Rounded Rectangle 12"/>
          <p:cNvSpPr/>
          <p:nvPr/>
        </p:nvSpPr>
        <p:spPr>
          <a:xfrm>
            <a:off x="685800" y="4114800"/>
            <a:ext cx="557784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4343400"/>
            <a:ext cx="502920" cy="502920"/>
          </a:xfrm>
          <a:prstGeom prst="ellipse">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A1A1A"/>
                </a:solidFill>
                <a:latin typeface="Arial"/>
              </a:rPr>
              <a:t>3</a:t>
            </a:r>
          </a:p>
        </p:txBody>
      </p:sp>
      <p:sp>
        <p:nvSpPr>
          <p:cNvPr id="15" name="TextBox 14"/>
          <p:cNvSpPr txBox="1"/>
          <p:nvPr/>
        </p:nvSpPr>
        <p:spPr>
          <a:xfrm>
            <a:off x="1554480" y="4343400"/>
            <a:ext cx="4526280" cy="502920"/>
          </a:xfrm>
          <a:prstGeom prst="rect">
            <a:avLst/>
          </a:prstGeom>
          <a:noFill/>
        </p:spPr>
        <p:txBody>
          <a:bodyPr wrap="square" anchor="ctr" lIns="45720" rIns="45720">
            <a:spAutoFit/>
          </a:bodyPr>
          <a:lstStyle/>
          <a:p>
            <a:pPr algn="l">
              <a:spcAft>
                <a:spcPts val="400"/>
              </a:spcAft>
            </a:pPr>
            <a:r>
              <a:rPr sz="1800" b="1" i="0">
                <a:solidFill>
                  <a:srgbClr val="1A1A1A"/>
                </a:solidFill>
                <a:latin typeface="Arial"/>
              </a:rPr>
              <a:t>Cola limitada (JoinableQueue)</a:t>
            </a:r>
          </a:p>
        </p:txBody>
      </p:sp>
      <p:sp>
        <p:nvSpPr>
          <p:cNvPr id="16" name="TextBox 15"/>
          <p:cNvSpPr txBox="1"/>
          <p:nvPr/>
        </p:nvSpPr>
        <p:spPr>
          <a:xfrm>
            <a:off x="960120" y="4983480"/>
            <a:ext cx="5074920" cy="1188720"/>
          </a:xfrm>
          <a:prstGeom prst="rect">
            <a:avLst/>
          </a:prstGeom>
          <a:noFill/>
        </p:spPr>
        <p:txBody>
          <a:bodyPr wrap="square" anchor="t" lIns="45720" rIns="45720">
            <a:spAutoFit/>
          </a:bodyPr>
          <a:lstStyle/>
          <a:p>
            <a:pPr algn="l">
              <a:spcAft>
                <a:spcPts val="400"/>
              </a:spcAft>
            </a:pPr>
            <a:r>
              <a:rPr sz="1500" b="0" i="0">
                <a:solidFill>
                  <a:srgbClr val="1A1A1A"/>
                </a:solidFill>
                <a:latin typeface="Arial"/>
              </a:rPr>
              <a:t>get() es atómico: cada pedido lo toma un solo consumidor y nunca se procesa dos veces. Si la cola se llena, put() frena al productor en lugar de saturar el sistema.</a:t>
            </a:r>
          </a:p>
        </p:txBody>
      </p:sp>
      <p:sp>
        <p:nvSpPr>
          <p:cNvPr id="17" name="Rounded Rectangle 16"/>
          <p:cNvSpPr/>
          <p:nvPr/>
        </p:nvSpPr>
        <p:spPr>
          <a:xfrm>
            <a:off x="6492240" y="4114800"/>
            <a:ext cx="557784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720840" y="4343400"/>
            <a:ext cx="502920" cy="502920"/>
          </a:xfrm>
          <a:prstGeom prst="ellipse">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A1A1A"/>
                </a:solidFill>
                <a:latin typeface="Arial"/>
              </a:rPr>
              <a:t>4</a:t>
            </a:r>
          </a:p>
        </p:txBody>
      </p:sp>
      <p:sp>
        <p:nvSpPr>
          <p:cNvPr id="19" name="TextBox 18"/>
          <p:cNvSpPr txBox="1"/>
          <p:nvPr/>
        </p:nvSpPr>
        <p:spPr>
          <a:xfrm>
            <a:off x="7360919" y="4343400"/>
            <a:ext cx="4526280" cy="502920"/>
          </a:xfrm>
          <a:prstGeom prst="rect">
            <a:avLst/>
          </a:prstGeom>
          <a:noFill/>
        </p:spPr>
        <p:txBody>
          <a:bodyPr wrap="square" anchor="ctr" lIns="45720" rIns="45720">
            <a:spAutoFit/>
          </a:bodyPr>
          <a:lstStyle/>
          <a:p>
            <a:pPr algn="l">
              <a:spcAft>
                <a:spcPts val="400"/>
              </a:spcAft>
            </a:pPr>
            <a:r>
              <a:rPr sz="1800" b="1" i="0">
                <a:solidFill>
                  <a:srgbClr val="1A1A1A"/>
                </a:solidFill>
                <a:latin typeface="Arial"/>
              </a:rPr>
              <a:t>Memoria compartida + un solo lock</a:t>
            </a:r>
          </a:p>
        </p:txBody>
      </p:sp>
      <p:sp>
        <p:nvSpPr>
          <p:cNvPr id="20" name="TextBox 19"/>
          <p:cNvSpPr txBox="1"/>
          <p:nvPr/>
        </p:nvSpPr>
        <p:spPr>
          <a:xfrm>
            <a:off x="6766559" y="4983480"/>
            <a:ext cx="5074920" cy="1188720"/>
          </a:xfrm>
          <a:prstGeom prst="rect">
            <a:avLst/>
          </a:prstGeom>
          <a:noFill/>
        </p:spPr>
        <p:txBody>
          <a:bodyPr wrap="square" anchor="t" lIns="45720" rIns="45720">
            <a:spAutoFit/>
          </a:bodyPr>
          <a:lstStyle/>
          <a:p>
            <a:pPr algn="l">
              <a:spcAft>
                <a:spcPts val="400"/>
              </a:spcAft>
            </a:pPr>
            <a:r>
              <a:rPr sz="1500" b="0" i="0">
                <a:solidFill>
                  <a:srgbClr val="1A1A1A"/>
                </a:solidFill>
                <a:latin typeface="Arial"/>
              </a:rPr>
              <a:t>El inventario vive en un RawArray que ven todos los procesos. inventory_lock protege solo la sección leer → validar → escribir; las demás etapas siguen en paralelo.</a:t>
            </a:r>
          </a:p>
        </p:txBody>
      </p:sp>
      <p:sp>
        <p:nvSpPr>
          <p:cNvPr id="21" name="TextBox 20"/>
          <p:cNvSpPr txBox="1"/>
          <p:nvPr/>
        </p:nvSpPr>
        <p:spPr>
          <a:xfrm>
            <a:off x="685800" y="6537960"/>
            <a:ext cx="11430000" cy="457200"/>
          </a:xfrm>
          <a:prstGeom prst="rect">
            <a:avLst/>
          </a:prstGeom>
          <a:noFill/>
        </p:spPr>
        <p:txBody>
          <a:bodyPr wrap="square" anchor="t" lIns="45720" rIns="45720">
            <a:spAutoFit/>
          </a:bodyPr>
          <a:lstStyle/>
          <a:p>
            <a:pPr algn="l">
              <a:spcAft>
                <a:spcPts val="400"/>
              </a:spcAft>
            </a:pPr>
            <a:r>
              <a:rPr sz="1300" b="0" i="1">
                <a:solidFill>
                  <a:srgbClr val="444444"/>
                </a:solidFill>
                <a:latin typeface="Arial"/>
              </a:rPr>
              <a:t>En Python, varios hilos de un mismo proceso no ejecutan código a la vez (GIL): por eso el paralelismo lo dan los procesos.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192024"/>
            <a:ext cx="8138160" cy="548640"/>
          </a:xfrm>
          <a:prstGeom prst="rect">
            <a:avLst/>
          </a:prstGeom>
          <a:noFill/>
        </p:spPr>
        <p:txBody>
          <a:bodyPr wrap="square" anchor="t" lIns="45720" rIns="45720">
            <a:spAutoFit/>
          </a:bodyPr>
          <a:lstStyle/>
          <a:p>
            <a:pPr algn="l">
              <a:spcAft>
                <a:spcPts val="400"/>
              </a:spcAft>
            </a:pPr>
            <a:r>
              <a:rPr sz="2700" b="1" i="0">
                <a:solidFill>
                  <a:srgbClr val="1A1A1A"/>
                </a:solidFill>
                <a:latin typeface="Arial"/>
              </a:rPr>
              <a:t>Evidencia: procesos e hilos</a:t>
            </a:r>
          </a:p>
        </p:txBody>
      </p:sp>
      <p:sp>
        <p:nvSpPr>
          <p:cNvPr id="3" name="Rectangle 2"/>
          <p:cNvSpPr/>
          <p:nvPr/>
        </p:nvSpPr>
        <p:spPr>
          <a:xfrm>
            <a:off x="640080" y="1444752"/>
            <a:ext cx="914400" cy="64008"/>
          </a:xfrm>
          <a:prstGeom prst="rect">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5720" y="7150608"/>
            <a:ext cx="502920" cy="228600"/>
          </a:xfrm>
          <a:prstGeom prst="rect">
            <a:avLst/>
          </a:prstGeom>
          <a:noFill/>
        </p:spPr>
        <p:txBody>
          <a:bodyPr wrap="square" anchor="t" lIns="45720" rIns="45720">
            <a:spAutoFit/>
          </a:bodyPr>
          <a:lstStyle/>
          <a:p>
            <a:pPr algn="r">
              <a:spcAft>
                <a:spcPts val="400"/>
              </a:spcAft>
            </a:pPr>
            <a:r>
              <a:rPr sz="900" b="0" i="0">
                <a:solidFill>
                  <a:srgbClr val="828282"/>
                </a:solidFill>
                <a:latin typeface="Arial"/>
              </a:rPr>
              <a:t>08</a:t>
            </a:r>
          </a:p>
        </p:txBody>
      </p:sp>
      <p:pic>
        <p:nvPicPr>
          <p:cNvPr id="5" name="Picture 4" descr="02-pstree-jerarquia.png"/>
          <p:cNvPicPr>
            <a:picLocks noChangeAspect="1"/>
          </p:cNvPicPr>
          <p:nvPr/>
        </p:nvPicPr>
        <p:blipFill>
          <a:blip r:embed="rId2"/>
          <a:stretch>
            <a:fillRect/>
          </a:stretch>
        </p:blipFill>
        <p:spPr>
          <a:xfrm>
            <a:off x="502920" y="1645920"/>
            <a:ext cx="5852160" cy="3657600"/>
          </a:xfrm>
          <a:prstGeom prst="rect">
            <a:avLst/>
          </a:prstGeom>
          <a:ln w="12700">
            <a:solidFill>
              <a:srgbClr val="1A1A1A"/>
            </a:solidFill>
          </a:ln>
        </p:spPr>
      </p:pic>
      <p:sp>
        <p:nvSpPr>
          <p:cNvPr id="6" name="TextBox 5"/>
          <p:cNvSpPr txBox="1"/>
          <p:nvPr/>
        </p:nvSpPr>
        <p:spPr>
          <a:xfrm>
            <a:off x="502920" y="5376672"/>
            <a:ext cx="5852160" cy="868680"/>
          </a:xfrm>
          <a:prstGeom prst="rect">
            <a:avLst/>
          </a:prstGeom>
          <a:noFill/>
        </p:spPr>
        <p:txBody>
          <a:bodyPr wrap="square" anchor="t" lIns="45720" rIns="45720">
            <a:spAutoFit/>
          </a:bodyPr>
          <a:lstStyle/>
          <a:p>
            <a:pPr algn="l">
              <a:spcAft>
                <a:spcPts val="400"/>
              </a:spcAft>
            </a:pPr>
            <a:r>
              <a:rPr sz="1300" b="1" i="0">
                <a:solidFill>
                  <a:srgbClr val="1A1A1A"/>
                </a:solidFill>
                <a:latin typeface="Arial"/>
              </a:rPr>
              <a:t>pstree -p:  </a:t>
            </a:r>
            <a:r>
              <a:rPr sz="1300" b="0" i="0">
                <a:solidFill>
                  <a:srgbClr val="1A1A1A"/>
                </a:solidFill>
                <a:latin typeface="Arial"/>
              </a:rPr>
              <a:t>el servidor (3146) es padre de 2 trabajadores y del resource_tracker; cada trabajador tiene 4 hilos {…}.</a:t>
            </a:r>
          </a:p>
        </p:txBody>
      </p:sp>
      <p:pic>
        <p:nvPicPr>
          <p:cNvPr id="7" name="Picture 6" descr="06b-htop-concurrente.png"/>
          <p:cNvPicPr>
            <a:picLocks noChangeAspect="1"/>
          </p:cNvPicPr>
          <p:nvPr/>
        </p:nvPicPr>
        <p:blipFill>
          <a:blip r:embed="rId3"/>
          <a:stretch>
            <a:fillRect/>
          </a:stretch>
        </p:blipFill>
        <p:spPr>
          <a:xfrm>
            <a:off x="6446520" y="1645920"/>
            <a:ext cx="5852160" cy="3657600"/>
          </a:xfrm>
          <a:prstGeom prst="rect">
            <a:avLst/>
          </a:prstGeom>
          <a:ln w="12700">
            <a:solidFill>
              <a:srgbClr val="1A1A1A"/>
            </a:solidFill>
          </a:ln>
        </p:spPr>
      </p:pic>
      <p:sp>
        <p:nvSpPr>
          <p:cNvPr id="8" name="TextBox 7"/>
          <p:cNvSpPr txBox="1"/>
          <p:nvPr/>
        </p:nvSpPr>
        <p:spPr>
          <a:xfrm>
            <a:off x="6446520" y="5376672"/>
            <a:ext cx="5852160" cy="868680"/>
          </a:xfrm>
          <a:prstGeom prst="rect">
            <a:avLst/>
          </a:prstGeom>
          <a:noFill/>
        </p:spPr>
        <p:txBody>
          <a:bodyPr wrap="square" anchor="t" lIns="45720" rIns="45720">
            <a:spAutoFit/>
          </a:bodyPr>
          <a:lstStyle/>
          <a:p>
            <a:pPr algn="l">
              <a:spcAft>
                <a:spcPts val="400"/>
              </a:spcAft>
            </a:pPr>
            <a:r>
              <a:rPr sz="1300" b="1" i="0">
                <a:solidFill>
                  <a:srgbClr val="1A1A1A"/>
                </a:solidFill>
                <a:latin typeface="Arial"/>
              </a:rPr>
              <a:t>htop bajo carga:  </a:t>
            </a:r>
            <a:r>
              <a:rPr sz="1300" b="0" i="0">
                <a:solidFill>
                  <a:srgbClr val="1A1A1A"/>
                </a:solidFill>
                <a:latin typeface="Arial"/>
              </a:rPr>
              <a:t>servidor y trabajadores usan CPU al mismo tiempo (30 %, 26 % y 25 %) en 3 núcleos.</a:t>
            </a:r>
          </a:p>
        </p:txBody>
      </p:sp>
      <p:sp>
        <p:nvSpPr>
          <p:cNvPr id="9" name="TextBox 8"/>
          <p:cNvSpPr txBox="1"/>
          <p:nvPr/>
        </p:nvSpPr>
        <p:spPr>
          <a:xfrm>
            <a:off x="502920" y="6355080"/>
            <a:ext cx="11795760" cy="548640"/>
          </a:xfrm>
          <a:prstGeom prst="rect">
            <a:avLst/>
          </a:prstGeom>
          <a:noFill/>
        </p:spPr>
        <p:txBody>
          <a:bodyPr wrap="square" anchor="t" lIns="45720" rIns="45720">
            <a:spAutoFit/>
          </a:bodyPr>
          <a:lstStyle/>
          <a:p>
            <a:pPr algn="l">
              <a:spcAft>
                <a:spcPts val="400"/>
              </a:spcAft>
            </a:pPr>
            <a:r>
              <a:rPr sz="1500" b="1" i="0">
                <a:solidFill>
                  <a:srgbClr val="1A1A1A"/>
                </a:solidFill>
                <a:latin typeface="Arial"/>
              </a:rPr>
              <a:t>12 hilos en total (2 + 5 + 5), igual al valor medido en las pruebas de carga.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192024"/>
            <a:ext cx="8138160" cy="548640"/>
          </a:xfrm>
          <a:prstGeom prst="rect">
            <a:avLst/>
          </a:prstGeom>
          <a:noFill/>
        </p:spPr>
        <p:txBody>
          <a:bodyPr wrap="square" anchor="t" lIns="45720" rIns="45720">
            <a:spAutoFit/>
          </a:bodyPr>
          <a:lstStyle/>
          <a:p>
            <a:pPr algn="l">
              <a:spcAft>
                <a:spcPts val="400"/>
              </a:spcAft>
            </a:pPr>
            <a:r>
              <a:rPr sz="2700" b="1" i="0">
                <a:solidFill>
                  <a:srgbClr val="1A1A1A"/>
                </a:solidFill>
                <a:latin typeface="Arial"/>
              </a:rPr>
              <a:t>Evidencia: la cola en vivo</a:t>
            </a:r>
          </a:p>
        </p:txBody>
      </p:sp>
      <p:sp>
        <p:nvSpPr>
          <p:cNvPr id="3" name="Rectangle 2"/>
          <p:cNvSpPr/>
          <p:nvPr/>
        </p:nvSpPr>
        <p:spPr>
          <a:xfrm>
            <a:off x="640080" y="1444752"/>
            <a:ext cx="914400" cy="64008"/>
          </a:xfrm>
          <a:prstGeom prst="rect">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5720" y="7150608"/>
            <a:ext cx="502920" cy="228600"/>
          </a:xfrm>
          <a:prstGeom prst="rect">
            <a:avLst/>
          </a:prstGeom>
          <a:noFill/>
        </p:spPr>
        <p:txBody>
          <a:bodyPr wrap="square" anchor="t" lIns="45720" rIns="45720">
            <a:spAutoFit/>
          </a:bodyPr>
          <a:lstStyle/>
          <a:p>
            <a:pPr algn="r">
              <a:spcAft>
                <a:spcPts val="400"/>
              </a:spcAft>
            </a:pPr>
            <a:r>
              <a:rPr sz="900" b="0" i="0">
                <a:solidFill>
                  <a:srgbClr val="828282"/>
                </a:solidFill>
                <a:latin typeface="Arial"/>
              </a:rPr>
              <a:t>11</a:t>
            </a:r>
          </a:p>
        </p:txBody>
      </p:sp>
      <p:pic>
        <p:nvPicPr>
          <p:cNvPr id="5" name="Picture 4" descr="12-productor-consumidor.png"/>
          <p:cNvPicPr>
            <a:picLocks noChangeAspect="1"/>
          </p:cNvPicPr>
          <p:nvPr/>
        </p:nvPicPr>
        <p:blipFill>
          <a:blip r:embed="rId2"/>
          <a:stretch>
            <a:fillRect/>
          </a:stretch>
        </p:blipFill>
        <p:spPr>
          <a:xfrm>
            <a:off x="502920" y="1645920"/>
            <a:ext cx="5852160" cy="3657600"/>
          </a:xfrm>
          <a:prstGeom prst="rect">
            <a:avLst/>
          </a:prstGeom>
          <a:ln w="12700">
            <a:solidFill>
              <a:srgbClr val="1A1A1A"/>
            </a:solidFill>
          </a:ln>
        </p:spPr>
      </p:pic>
      <p:sp>
        <p:nvSpPr>
          <p:cNvPr id="6" name="TextBox 5"/>
          <p:cNvSpPr txBox="1"/>
          <p:nvPr/>
        </p:nvSpPr>
        <p:spPr>
          <a:xfrm>
            <a:off x="502920" y="5376672"/>
            <a:ext cx="5852160" cy="868680"/>
          </a:xfrm>
          <a:prstGeom prst="rect">
            <a:avLst/>
          </a:prstGeom>
          <a:noFill/>
        </p:spPr>
        <p:txBody>
          <a:bodyPr wrap="square" anchor="t" lIns="45720" rIns="45720">
            <a:spAutoFit/>
          </a:bodyPr>
          <a:lstStyle/>
          <a:p>
            <a:pPr algn="l">
              <a:spcAft>
                <a:spcPts val="400"/>
              </a:spcAft>
            </a:pPr>
            <a:r>
              <a:rPr sz="1300" b="1" i="0">
                <a:solidFill>
                  <a:srgbClr val="1A1A1A"/>
                </a:solidFill>
                <a:latin typeface="Arial"/>
              </a:rPr>
              <a:t>2 trabajadores:  </a:t>
            </a:r>
            <a:r>
              <a:rPr sz="1300" b="0" i="0">
                <a:solidFill>
                  <a:srgbClr val="1A1A1A"/>
                </a:solidFill>
                <a:latin typeface="Arial"/>
              </a:rPr>
              <a:t>entran 6 pedidos al mismo segundo y se consumen de a dos cada 5 s; ninguno se repite.</a:t>
            </a:r>
          </a:p>
        </p:txBody>
      </p:sp>
      <p:pic>
        <p:nvPicPr>
          <p:cNvPr id="7" name="Picture 6" descr="13-secuencial-linea-base.png"/>
          <p:cNvPicPr>
            <a:picLocks noChangeAspect="1"/>
          </p:cNvPicPr>
          <p:nvPr/>
        </p:nvPicPr>
        <p:blipFill>
          <a:blip r:embed="rId3"/>
          <a:stretch>
            <a:fillRect/>
          </a:stretch>
        </p:blipFill>
        <p:spPr>
          <a:xfrm>
            <a:off x="6446520" y="1645920"/>
            <a:ext cx="5852160" cy="3657600"/>
          </a:xfrm>
          <a:prstGeom prst="rect">
            <a:avLst/>
          </a:prstGeom>
          <a:ln w="12700">
            <a:solidFill>
              <a:srgbClr val="1A1A1A"/>
            </a:solidFill>
          </a:ln>
        </p:spPr>
      </p:pic>
      <p:sp>
        <p:nvSpPr>
          <p:cNvPr id="8" name="TextBox 7"/>
          <p:cNvSpPr txBox="1"/>
          <p:nvPr/>
        </p:nvSpPr>
        <p:spPr>
          <a:xfrm>
            <a:off x="6446520" y="5376672"/>
            <a:ext cx="5852160" cy="868680"/>
          </a:xfrm>
          <a:prstGeom prst="rect">
            <a:avLst/>
          </a:prstGeom>
          <a:noFill/>
        </p:spPr>
        <p:txBody>
          <a:bodyPr wrap="square" anchor="t" lIns="45720" rIns="45720">
            <a:spAutoFit/>
          </a:bodyPr>
          <a:lstStyle/>
          <a:p>
            <a:pPr algn="l">
              <a:spcAft>
                <a:spcPts val="400"/>
              </a:spcAft>
            </a:pPr>
            <a:r>
              <a:rPr sz="1300" b="1" i="0">
                <a:solidFill>
                  <a:srgbClr val="1A1A1A"/>
                </a:solidFill>
                <a:latin typeface="Arial"/>
              </a:rPr>
              <a:t>1 trabajador:  </a:t>
            </a:r>
            <a:r>
              <a:rPr sz="1300" b="0" i="0">
                <a:solidFill>
                  <a:srgbClr val="1A1A1A"/>
                </a:solidFill>
                <a:latin typeface="Arial"/>
              </a:rPr>
              <a:t>los mismos pedidos se atienden de uno en uno cada 5 s y el resto espera en la cola.</a:t>
            </a:r>
          </a:p>
        </p:txBody>
      </p:sp>
      <p:sp>
        <p:nvSpPr>
          <p:cNvPr id="9" name="TextBox 8"/>
          <p:cNvSpPr txBox="1"/>
          <p:nvPr/>
        </p:nvSpPr>
        <p:spPr>
          <a:xfrm>
            <a:off x="502920" y="6355080"/>
            <a:ext cx="11795760" cy="548640"/>
          </a:xfrm>
          <a:prstGeom prst="rect">
            <a:avLst/>
          </a:prstGeom>
          <a:noFill/>
        </p:spPr>
        <p:txBody>
          <a:bodyPr wrap="square" anchor="t" lIns="45720" rIns="45720">
            <a:spAutoFit/>
          </a:bodyPr>
          <a:lstStyle/>
          <a:p>
            <a:pPr algn="l">
              <a:spcAft>
                <a:spcPts val="400"/>
              </a:spcAft>
            </a:pPr>
            <a:r>
              <a:rPr sz="1500" b="1" i="0">
                <a:solidFill>
                  <a:srgbClr val="1A1A1A"/>
                </a:solidFill>
                <a:latin typeface="Arial"/>
              </a:rPr>
              <a:t>Con el doble de consumidores, el ritmo se duplica: es la base de la mejora de 7,1×.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192024"/>
            <a:ext cx="8138160" cy="548640"/>
          </a:xfrm>
          <a:prstGeom prst="rect">
            <a:avLst/>
          </a:prstGeom>
          <a:noFill/>
        </p:spPr>
        <p:txBody>
          <a:bodyPr wrap="square" anchor="t" lIns="45720" rIns="45720">
            <a:spAutoFit/>
          </a:bodyPr>
          <a:lstStyle/>
          <a:p>
            <a:pPr algn="l">
              <a:spcAft>
                <a:spcPts val="400"/>
              </a:spcAft>
            </a:pPr>
            <a:r>
              <a:rPr sz="2700" b="1" i="0">
                <a:solidFill>
                  <a:srgbClr val="1A1A1A"/>
                </a:solidFill>
                <a:latin typeface="Arial"/>
              </a:rPr>
              <a:t>Evidencia: carrera</a:t>
            </a:r>
          </a:p>
        </p:txBody>
      </p:sp>
      <p:sp>
        <p:nvSpPr>
          <p:cNvPr id="3" name="Rectangle 2"/>
          <p:cNvSpPr/>
          <p:nvPr/>
        </p:nvSpPr>
        <p:spPr>
          <a:xfrm>
            <a:off x="640080" y="1444752"/>
            <a:ext cx="914400" cy="64008"/>
          </a:xfrm>
          <a:prstGeom prst="rect">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5720" y="7150608"/>
            <a:ext cx="502920" cy="228600"/>
          </a:xfrm>
          <a:prstGeom prst="rect">
            <a:avLst/>
          </a:prstGeom>
          <a:noFill/>
        </p:spPr>
        <p:txBody>
          <a:bodyPr wrap="square" anchor="t" lIns="45720" rIns="45720">
            <a:spAutoFit/>
          </a:bodyPr>
          <a:lstStyle/>
          <a:p>
            <a:pPr algn="r">
              <a:spcAft>
                <a:spcPts val="400"/>
              </a:spcAft>
            </a:pPr>
            <a:r>
              <a:rPr sz="900" b="0" i="0">
                <a:solidFill>
                  <a:srgbClr val="828282"/>
                </a:solidFill>
                <a:latin typeface="Arial"/>
              </a:rPr>
              <a:t>14</a:t>
            </a:r>
          </a:p>
        </p:txBody>
      </p:sp>
      <p:pic>
        <p:nvPicPr>
          <p:cNvPr id="5" name="Picture 4" descr="07-carrera-antes-race.png"/>
          <p:cNvPicPr>
            <a:picLocks noChangeAspect="1"/>
          </p:cNvPicPr>
          <p:nvPr/>
        </p:nvPicPr>
        <p:blipFill>
          <a:blip r:embed="rId2"/>
          <a:stretch>
            <a:fillRect/>
          </a:stretch>
        </p:blipFill>
        <p:spPr>
          <a:xfrm>
            <a:off x="502920" y="1645920"/>
            <a:ext cx="5852160" cy="3657600"/>
          </a:xfrm>
          <a:prstGeom prst="rect">
            <a:avLst/>
          </a:prstGeom>
          <a:ln w="12700">
            <a:solidFill>
              <a:srgbClr val="1A1A1A"/>
            </a:solidFill>
          </a:ln>
        </p:spPr>
      </p:pic>
      <p:sp>
        <p:nvSpPr>
          <p:cNvPr id="6" name="TextBox 5"/>
          <p:cNvSpPr txBox="1"/>
          <p:nvPr/>
        </p:nvSpPr>
        <p:spPr>
          <a:xfrm>
            <a:off x="502920" y="5376672"/>
            <a:ext cx="5852160" cy="868680"/>
          </a:xfrm>
          <a:prstGeom prst="rect">
            <a:avLst/>
          </a:prstGeom>
          <a:noFill/>
        </p:spPr>
        <p:txBody>
          <a:bodyPr wrap="square" anchor="t" lIns="45720" rIns="45720">
            <a:spAutoFit/>
          </a:bodyPr>
          <a:lstStyle/>
          <a:p>
            <a:pPr algn="l">
              <a:spcAft>
                <a:spcPts val="400"/>
              </a:spcAft>
            </a:pPr>
            <a:r>
              <a:rPr sz="1300" b="1" i="0">
                <a:solidFill>
                  <a:srgbClr val="1A1A1A"/>
                </a:solidFill>
                <a:latin typeface="Arial"/>
              </a:rPr>
              <a:t>--scenario race:  </a:t>
            </a:r>
            <a:r>
              <a:rPr sz="1300" b="0" i="0">
                <a:solidFill>
                  <a:srgbClr val="1A1A1A"/>
                </a:solidFill>
                <a:latin typeface="Arial"/>
              </a:rPr>
              <a:t>los dos hilos leen 100 y escriben 99 (mutex=none). Esperado 98, real 99.</a:t>
            </a:r>
          </a:p>
        </p:txBody>
      </p:sp>
      <p:pic>
        <p:nvPicPr>
          <p:cNvPr id="7" name="Picture 6" descr="08-carrera-despues-safe.png"/>
          <p:cNvPicPr>
            <a:picLocks noChangeAspect="1"/>
          </p:cNvPicPr>
          <p:nvPr/>
        </p:nvPicPr>
        <p:blipFill>
          <a:blip r:embed="rId3"/>
          <a:stretch>
            <a:fillRect/>
          </a:stretch>
        </p:blipFill>
        <p:spPr>
          <a:xfrm>
            <a:off x="6446520" y="1645920"/>
            <a:ext cx="5852160" cy="3657600"/>
          </a:xfrm>
          <a:prstGeom prst="rect">
            <a:avLst/>
          </a:prstGeom>
          <a:ln w="12700">
            <a:solidFill>
              <a:srgbClr val="1A1A1A"/>
            </a:solidFill>
          </a:ln>
        </p:spPr>
      </p:pic>
      <p:sp>
        <p:nvSpPr>
          <p:cNvPr id="8" name="TextBox 7"/>
          <p:cNvSpPr txBox="1"/>
          <p:nvPr/>
        </p:nvSpPr>
        <p:spPr>
          <a:xfrm>
            <a:off x="6446520" y="5376672"/>
            <a:ext cx="5852160" cy="868680"/>
          </a:xfrm>
          <a:prstGeom prst="rect">
            <a:avLst/>
          </a:prstGeom>
          <a:noFill/>
        </p:spPr>
        <p:txBody>
          <a:bodyPr wrap="square" anchor="t" lIns="45720" rIns="45720">
            <a:spAutoFit/>
          </a:bodyPr>
          <a:lstStyle/>
          <a:p>
            <a:pPr algn="l">
              <a:spcAft>
                <a:spcPts val="400"/>
              </a:spcAft>
            </a:pPr>
            <a:r>
              <a:rPr sz="1300" b="1" i="0">
                <a:solidFill>
                  <a:srgbClr val="1A1A1A"/>
                </a:solidFill>
                <a:latin typeface="Arial"/>
              </a:rPr>
              <a:t>--scenario safe:  </a:t>
            </a:r>
            <a:r>
              <a:rPr sz="1300" b="0" i="0">
                <a:solidFill>
                  <a:srgbClr val="1A1A1A"/>
                </a:solidFill>
                <a:latin typeface="Arial"/>
              </a:rPr>
              <a:t>un hilo pasa 100 → 99 y el otro 99 → 98 (mutex=lock). Exclusión mutua verificada.</a:t>
            </a:r>
          </a:p>
        </p:txBody>
      </p:sp>
      <p:sp>
        <p:nvSpPr>
          <p:cNvPr id="9" name="TextBox 8"/>
          <p:cNvSpPr txBox="1"/>
          <p:nvPr/>
        </p:nvSpPr>
        <p:spPr>
          <a:xfrm>
            <a:off x="502920" y="6355080"/>
            <a:ext cx="11795760" cy="548640"/>
          </a:xfrm>
          <a:prstGeom prst="rect">
            <a:avLst/>
          </a:prstGeom>
          <a:noFill/>
        </p:spPr>
        <p:txBody>
          <a:bodyPr wrap="square" anchor="t" lIns="45720" rIns="45720">
            <a:spAutoFit/>
          </a:bodyPr>
          <a:lstStyle/>
          <a:p>
            <a:pPr algn="l">
              <a:spcAft>
                <a:spcPts val="400"/>
              </a:spcAft>
            </a:pPr>
            <a:r>
              <a:rPr sz="1500" b="1" i="0">
                <a:solidFill>
                  <a:srgbClr val="1A1A1A"/>
                </a:solidFill>
                <a:latin typeface="Arial"/>
              </a:rPr>
              <a:t>Misma prueba, mismos pedidos: solo cambia el lock alrededor de la sección crítica.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192024"/>
            <a:ext cx="8138160" cy="548640"/>
          </a:xfrm>
          <a:prstGeom prst="rect">
            <a:avLst/>
          </a:prstGeom>
          <a:noFill/>
        </p:spPr>
        <p:txBody>
          <a:bodyPr wrap="square" anchor="t" lIns="45720" rIns="45720">
            <a:spAutoFit/>
          </a:bodyPr>
          <a:lstStyle/>
          <a:p>
            <a:pPr algn="l">
              <a:spcAft>
                <a:spcPts val="400"/>
              </a:spcAft>
            </a:pPr>
            <a:r>
              <a:rPr sz="2700" b="1" i="0">
                <a:solidFill>
                  <a:srgbClr val="1A1A1A"/>
                </a:solidFill>
                <a:latin typeface="Arial"/>
              </a:rPr>
              <a:t>Evidencia: interbloqueo</a:t>
            </a:r>
          </a:p>
        </p:txBody>
      </p:sp>
      <p:sp>
        <p:nvSpPr>
          <p:cNvPr id="3" name="Rectangle 2"/>
          <p:cNvSpPr/>
          <p:nvPr/>
        </p:nvSpPr>
        <p:spPr>
          <a:xfrm>
            <a:off x="640080" y="1444752"/>
            <a:ext cx="914400" cy="64008"/>
          </a:xfrm>
          <a:prstGeom prst="rect">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5720" y="7150608"/>
            <a:ext cx="502920" cy="228600"/>
          </a:xfrm>
          <a:prstGeom prst="rect">
            <a:avLst/>
          </a:prstGeom>
          <a:noFill/>
        </p:spPr>
        <p:txBody>
          <a:bodyPr wrap="square" anchor="t" lIns="45720" rIns="45720">
            <a:spAutoFit/>
          </a:bodyPr>
          <a:lstStyle/>
          <a:p>
            <a:pPr algn="r">
              <a:spcAft>
                <a:spcPts val="400"/>
              </a:spcAft>
            </a:pPr>
            <a:r>
              <a:rPr sz="900" b="0" i="0">
                <a:solidFill>
                  <a:srgbClr val="828282"/>
                </a:solidFill>
                <a:latin typeface="Arial"/>
              </a:rPr>
              <a:t>17</a:t>
            </a:r>
          </a:p>
        </p:txBody>
      </p:sp>
      <p:pic>
        <p:nvPicPr>
          <p:cNvPr id="5" name="Picture 4" descr="09-interbloqueo-hilos-bloqueados.png"/>
          <p:cNvPicPr>
            <a:picLocks noChangeAspect="1"/>
          </p:cNvPicPr>
          <p:nvPr/>
        </p:nvPicPr>
        <p:blipFill>
          <a:blip r:embed="rId2"/>
          <a:stretch>
            <a:fillRect/>
          </a:stretch>
        </p:blipFill>
        <p:spPr>
          <a:xfrm>
            <a:off x="502920" y="1645920"/>
            <a:ext cx="5852160" cy="3657600"/>
          </a:xfrm>
          <a:prstGeom prst="rect">
            <a:avLst/>
          </a:prstGeom>
          <a:ln w="12700">
            <a:solidFill>
              <a:srgbClr val="1A1A1A"/>
            </a:solidFill>
          </a:ln>
        </p:spPr>
      </p:pic>
      <p:sp>
        <p:nvSpPr>
          <p:cNvPr id="6" name="TextBox 5"/>
          <p:cNvSpPr txBox="1"/>
          <p:nvPr/>
        </p:nvSpPr>
        <p:spPr>
          <a:xfrm>
            <a:off x="502920" y="5376672"/>
            <a:ext cx="5852160" cy="868680"/>
          </a:xfrm>
          <a:prstGeom prst="rect">
            <a:avLst/>
          </a:prstGeom>
          <a:noFill/>
        </p:spPr>
        <p:txBody>
          <a:bodyPr wrap="square" anchor="t" lIns="45720" rIns="45720">
            <a:spAutoFit/>
          </a:bodyPr>
          <a:lstStyle/>
          <a:p>
            <a:pPr algn="l">
              <a:spcAft>
                <a:spcPts val="400"/>
              </a:spcAft>
            </a:pPr>
            <a:r>
              <a:rPr sz="1300" b="1" i="0">
                <a:solidFill>
                  <a:srgbClr val="1A1A1A"/>
                </a:solidFill>
                <a:latin typeface="Arial"/>
              </a:rPr>
              <a:t>ps -L con wchan:  </a:t>
            </a:r>
            <a:r>
              <a:rPr sz="1300" b="0" i="0">
                <a:solidFill>
                  <a:srgbClr val="1A1A1A"/>
                </a:solidFill>
                <a:latin typeface="Arial"/>
              </a:rPr>
              <a:t>los dos hilos duermen en futex_wait_queue con 0 % de CPU: esperan un lock que no llega.</a:t>
            </a:r>
          </a:p>
        </p:txBody>
      </p:sp>
      <p:pic>
        <p:nvPicPr>
          <p:cNvPr id="7" name="Picture 6" descr="10-interbloqueo-diagnostico.png"/>
          <p:cNvPicPr>
            <a:picLocks noChangeAspect="1"/>
          </p:cNvPicPr>
          <p:nvPr/>
        </p:nvPicPr>
        <p:blipFill>
          <a:blip r:embed="rId3"/>
          <a:stretch>
            <a:fillRect/>
          </a:stretch>
        </p:blipFill>
        <p:spPr>
          <a:xfrm>
            <a:off x="6446520" y="1645920"/>
            <a:ext cx="5852160" cy="3657600"/>
          </a:xfrm>
          <a:prstGeom prst="rect">
            <a:avLst/>
          </a:prstGeom>
          <a:ln w="12700">
            <a:solidFill>
              <a:srgbClr val="1A1A1A"/>
            </a:solidFill>
          </a:ln>
        </p:spPr>
      </p:pic>
      <p:sp>
        <p:nvSpPr>
          <p:cNvPr id="8" name="TextBox 7"/>
          <p:cNvSpPr txBox="1"/>
          <p:nvPr/>
        </p:nvSpPr>
        <p:spPr>
          <a:xfrm>
            <a:off x="6446520" y="5376672"/>
            <a:ext cx="5852160" cy="868680"/>
          </a:xfrm>
          <a:prstGeom prst="rect">
            <a:avLst/>
          </a:prstGeom>
          <a:noFill/>
        </p:spPr>
        <p:txBody>
          <a:bodyPr wrap="square" anchor="t" lIns="45720" rIns="45720">
            <a:spAutoFit/>
          </a:bodyPr>
          <a:lstStyle/>
          <a:p>
            <a:pPr algn="l">
              <a:spcAft>
                <a:spcPts val="400"/>
              </a:spcAft>
            </a:pPr>
            <a:r>
              <a:rPr sz="1300" b="1" i="0">
                <a:solidFill>
                  <a:srgbClr val="1A1A1A"/>
                </a:solidFill>
                <a:latin typeface="Arial"/>
              </a:rPr>
              <a:t>Diagnóstico:  </a:t>
            </a:r>
            <a:r>
              <a:rPr sz="1300" b="0" i="0">
                <a:solidFill>
                  <a:srgbClr val="1A1A1A"/>
                </a:solidFill>
                <a:latin typeface="Arial"/>
              </a:rPr>
              <a:t>A retiene inventory_lock y espera invoice_lock; B al revés. Las 4 condiciones de Coffman en true.</a:t>
            </a:r>
          </a:p>
        </p:txBody>
      </p:sp>
      <p:sp>
        <p:nvSpPr>
          <p:cNvPr id="9" name="TextBox 8"/>
          <p:cNvSpPr txBox="1"/>
          <p:nvPr/>
        </p:nvSpPr>
        <p:spPr>
          <a:xfrm>
            <a:off x="502920" y="6355080"/>
            <a:ext cx="11795760" cy="548640"/>
          </a:xfrm>
          <a:prstGeom prst="rect">
            <a:avLst/>
          </a:prstGeom>
          <a:noFill/>
        </p:spPr>
        <p:txBody>
          <a:bodyPr wrap="square" anchor="t" lIns="45720" rIns="45720">
            <a:spAutoFit/>
          </a:bodyPr>
          <a:lstStyle/>
          <a:p>
            <a:pPr algn="l">
              <a:spcAft>
                <a:spcPts val="400"/>
              </a:spcAft>
            </a:pPr>
            <a:r>
              <a:rPr sz="1500" b="1" i="0">
                <a:solidFill>
                  <a:srgbClr val="1A1A1A"/>
                </a:solidFill>
                <a:latin typeface="Arial"/>
              </a:rPr>
              <a:t>El sistema no falla: se congela. Con orden global (deadlock-safe) ambos pedidos terminan.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192024"/>
            <a:ext cx="8138160" cy="548640"/>
          </a:xfrm>
          <a:prstGeom prst="rect">
            <a:avLst/>
          </a:prstGeom>
          <a:noFill/>
        </p:spPr>
        <p:txBody>
          <a:bodyPr wrap="square" anchor="t" lIns="45720" rIns="45720">
            <a:spAutoFit/>
          </a:bodyPr>
          <a:lstStyle/>
          <a:p>
            <a:pPr algn="l">
              <a:spcAft>
                <a:spcPts val="400"/>
              </a:spcAft>
            </a:pPr>
            <a:r>
              <a:rPr sz="2700" b="1" i="0">
                <a:solidFill>
                  <a:srgbClr val="1A1A1A"/>
                </a:solidFill>
                <a:latin typeface="Arial"/>
              </a:rPr>
              <a:t>Del síntoma a la solución</a:t>
            </a:r>
          </a:p>
        </p:txBody>
      </p:sp>
      <p:sp>
        <p:nvSpPr>
          <p:cNvPr id="3" name="Rectangle 2"/>
          <p:cNvSpPr/>
          <p:nvPr/>
        </p:nvSpPr>
        <p:spPr>
          <a:xfrm>
            <a:off x="640080" y="1444752"/>
            <a:ext cx="914400" cy="64008"/>
          </a:xfrm>
          <a:prstGeom prst="rect">
            <a:avLst/>
          </a:prstGeom>
          <a:solidFill>
            <a:srgbClr val="FFC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5720" y="7150608"/>
            <a:ext cx="502920" cy="228600"/>
          </a:xfrm>
          <a:prstGeom prst="rect">
            <a:avLst/>
          </a:prstGeom>
          <a:noFill/>
        </p:spPr>
        <p:txBody>
          <a:bodyPr wrap="square" anchor="t" lIns="45720" rIns="45720">
            <a:spAutoFit/>
          </a:bodyPr>
          <a:lstStyle/>
          <a:p>
            <a:pPr algn="r">
              <a:spcAft>
                <a:spcPts val="400"/>
              </a:spcAft>
            </a:pPr>
            <a:r>
              <a:rPr sz="900" b="0" i="0">
                <a:solidFill>
                  <a:srgbClr val="828282"/>
                </a:solidFill>
                <a:latin typeface="Arial"/>
              </a:rPr>
              <a:t>19</a:t>
            </a:r>
          </a:p>
        </p:txBody>
      </p:sp>
      <p:graphicFrame>
        <p:nvGraphicFramePr>
          <p:cNvPr id="5" name="Table 4"/>
          <p:cNvGraphicFramePr>
            <a:graphicFrameLocks noGrp="1"/>
          </p:cNvGraphicFramePr>
          <p:nvPr/>
        </p:nvGraphicFramePr>
        <p:xfrm>
          <a:off x="685800" y="1828800"/>
          <a:ext cx="11430000" cy="3931920"/>
        </p:xfrm>
        <a:graphic>
          <a:graphicData uri="http://schemas.openxmlformats.org/drawingml/2006/table">
            <a:tbl>
              <a:tblPr firstRow="1" bandRow="1">
                <a:tableStyleId>{5C22544A-7EE6-4342-B048-85BDC9FD1C3A}</a:tableStyleId>
              </a:tblPr>
              <a:tblGrid>
                <a:gridCol w="2651760"/>
                <a:gridCol w="2926080"/>
                <a:gridCol w="2926080"/>
                <a:gridCol w="2926080"/>
              </a:tblGrid>
              <a:tr h="640080">
                <a:tc>
                  <a:txBody>
                    <a:bodyPr wrap="square"/>
                    <a:lstStyle/>
                    <a:p>
                      <a:r>
                        <a:rPr sz="1400" b="1">
                          <a:solidFill>
                            <a:srgbClr val="FFFFFF"/>
                          </a:solidFill>
                          <a:latin typeface="Arial"/>
                        </a:rPr>
                        <a:t>Síntoma del enunciado</a:t>
                      </a:r>
                    </a:p>
                  </a:txBody>
                  <a:tcPr anchor="ctr" marL="109728" marR="109728">
                    <a:solidFill>
                      <a:srgbClr val="1A1A1A"/>
                    </a:solidFill>
                  </a:tcPr>
                </a:tc>
                <a:tc>
                  <a:txBody>
                    <a:bodyPr wrap="square"/>
                    <a:lstStyle/>
                    <a:p>
                      <a:r>
                        <a:rPr sz="1400" b="1">
                          <a:solidFill>
                            <a:srgbClr val="FFFFFF"/>
                          </a:solidFill>
                          <a:latin typeface="Arial"/>
                        </a:rPr>
                        <a:t>Concepto de SO</a:t>
                      </a:r>
                    </a:p>
                  </a:txBody>
                  <a:tcPr anchor="ctr" marL="109728" marR="109728">
                    <a:solidFill>
                      <a:srgbClr val="1A1A1A"/>
                    </a:solidFill>
                  </a:tcPr>
                </a:tc>
                <a:tc>
                  <a:txBody>
                    <a:bodyPr wrap="square"/>
                    <a:lstStyle/>
                    <a:p>
                      <a:r>
                        <a:rPr sz="1400" b="1">
                          <a:solidFill>
                            <a:srgbClr val="FFFFFF"/>
                          </a:solidFill>
                          <a:latin typeface="Arial"/>
                        </a:rPr>
                        <a:t>Evidencia</a:t>
                      </a:r>
                    </a:p>
                  </a:txBody>
                  <a:tcPr anchor="ctr" marL="109728" marR="109728">
                    <a:solidFill>
                      <a:srgbClr val="1A1A1A"/>
                    </a:solidFill>
                  </a:tcPr>
                </a:tc>
                <a:tc>
                  <a:txBody>
                    <a:bodyPr wrap="square"/>
                    <a:lstStyle/>
                    <a:p>
                      <a:r>
                        <a:rPr sz="1400" b="1">
                          <a:solidFill>
                            <a:srgbClr val="FFFFFF"/>
                          </a:solidFill>
                          <a:latin typeface="Arial"/>
                        </a:rPr>
                        <a:t>Solución aplicada</a:t>
                      </a:r>
                    </a:p>
                  </a:txBody>
                  <a:tcPr anchor="ctr" marL="109728" marR="109728">
                    <a:solidFill>
                      <a:srgbClr val="1A1A1A"/>
                    </a:solidFill>
                  </a:tcPr>
                </a:tc>
              </a:tr>
              <a:tr h="1097280">
                <a:tc>
                  <a:txBody>
                    <a:bodyPr wrap="square"/>
                    <a:lstStyle/>
                    <a:p>
                      <a:r>
                        <a:rPr sz="1300" b="1">
                          <a:solidFill>
                            <a:srgbClr val="1A1A1A"/>
                          </a:solidFill>
                          <a:latin typeface="Arial"/>
                        </a:rPr>
                        <a:t>Pedidos procesados dos veces</a:t>
                      </a:r>
                    </a:p>
                  </a:txBody>
                  <a:tcPr anchor="ctr" marL="109728" marR="109728">
                    <a:solidFill>
                      <a:srgbClr val="FFFFFF"/>
                    </a:solidFill>
                  </a:tcPr>
                </a:tc>
                <a:tc>
                  <a:txBody>
                    <a:bodyPr wrap="square"/>
                    <a:lstStyle/>
                    <a:p>
                      <a:r>
                        <a:rPr sz="1300" b="0">
                          <a:solidFill>
                            <a:srgbClr val="1A1A1A"/>
                          </a:solidFill>
                          <a:latin typeface="Arial"/>
                        </a:rPr>
                        <a:t>Condición de carrera al tomar el siguiente pedido</a:t>
                      </a:r>
                    </a:p>
                  </a:txBody>
                  <a:tcPr anchor="ctr" marL="109728" marR="109728">
                    <a:solidFill>
                      <a:srgbClr val="FFFFFF"/>
                    </a:solidFill>
                  </a:tcPr>
                </a:tc>
                <a:tc>
                  <a:txBody>
                    <a:bodyPr wrap="square"/>
                    <a:lstStyle/>
                    <a:p>
                      <a:r>
                        <a:rPr sz="1300" b="0">
                          <a:solidFill>
                            <a:srgbClr val="1A1A1A"/>
                          </a:solidFill>
                          <a:latin typeface="Arial"/>
                        </a:rPr>
                        <a:t>Captura 12: cada pedido se consume una sola vez</a:t>
                      </a:r>
                    </a:p>
                  </a:txBody>
                  <a:tcPr anchor="ctr" marL="109728" marR="109728">
                    <a:solidFill>
                      <a:srgbClr val="FFFFFF"/>
                    </a:solidFill>
                  </a:tcPr>
                </a:tc>
                <a:tc>
                  <a:txBody>
                    <a:bodyPr wrap="square"/>
                    <a:lstStyle/>
                    <a:p>
                      <a:r>
                        <a:rPr sz="1300" b="0">
                          <a:solidFill>
                            <a:srgbClr val="1A1A1A"/>
                          </a:solidFill>
                          <a:latin typeface="Arial"/>
                        </a:rPr>
                        <a:t>Cola productor-consumidor (get() atómico) y order_id único</a:t>
                      </a:r>
                    </a:p>
                  </a:txBody>
                  <a:tcPr anchor="ctr" marL="109728" marR="109728">
                    <a:solidFill>
                      <a:srgbClr val="FFFFFF"/>
                    </a:solidFill>
                  </a:tcPr>
                </a:tc>
              </a:tr>
              <a:tr h="1097280">
                <a:tc>
                  <a:txBody>
                    <a:bodyPr wrap="square"/>
                    <a:lstStyle/>
                    <a:p>
                      <a:r>
                        <a:rPr sz="1300" b="1">
                          <a:solidFill>
                            <a:srgbClr val="1A1A1A"/>
                          </a:solidFill>
                          <a:latin typeface="Arial"/>
                        </a:rPr>
                        <a:t>Registros inconsistentes</a:t>
                      </a:r>
                    </a:p>
                  </a:txBody>
                  <a:tcPr anchor="ctr" marL="109728" marR="109728">
                    <a:solidFill>
                      <a:srgbClr val="F2F2F2"/>
                    </a:solidFill>
                  </a:tcPr>
                </a:tc>
                <a:tc>
                  <a:txBody>
                    <a:bodyPr wrap="square"/>
                    <a:lstStyle/>
                    <a:p>
                      <a:r>
                        <a:rPr sz="1300" b="0">
                          <a:solidFill>
                            <a:srgbClr val="1A1A1A"/>
                          </a:solidFill>
                          <a:latin typeface="Arial"/>
                        </a:rPr>
                        <a:t>Condición de carrera sobre el inventario compartido</a:t>
                      </a:r>
                    </a:p>
                  </a:txBody>
                  <a:tcPr anchor="ctr" marL="109728" marR="109728">
                    <a:solidFill>
                      <a:srgbClr val="F2F2F2"/>
                    </a:solidFill>
                  </a:tcPr>
                </a:tc>
                <a:tc>
                  <a:txBody>
                    <a:bodyPr wrap="square"/>
                    <a:lstStyle/>
                    <a:p>
                      <a:r>
                        <a:rPr sz="1300" b="0">
                          <a:solidFill>
                            <a:srgbClr val="1A1A1A"/>
                          </a:solidFill>
                          <a:latin typeface="Arial"/>
                        </a:rPr>
                        <a:t>Captura 07: esperado 98, real 99</a:t>
                      </a:r>
                    </a:p>
                  </a:txBody>
                  <a:tcPr anchor="ctr" marL="109728" marR="109728">
                    <a:solidFill>
                      <a:srgbClr val="F2F2F2"/>
                    </a:solidFill>
                  </a:tcPr>
                </a:tc>
                <a:tc>
                  <a:txBody>
                    <a:bodyPr wrap="square"/>
                    <a:lstStyle/>
                    <a:p>
                      <a:r>
                        <a:rPr sz="1300" b="0">
                          <a:solidFill>
                            <a:srgbClr val="1A1A1A"/>
                          </a:solidFill>
                          <a:latin typeface="Arial"/>
                        </a:rPr>
                        <a:t>Exclusión mutua con inventory_lock (captura 08)</a:t>
                      </a:r>
                    </a:p>
                  </a:txBody>
                  <a:tcPr anchor="ctr" marL="109728" marR="109728">
                    <a:solidFill>
                      <a:srgbClr val="F2F2F2"/>
                    </a:solidFill>
                  </a:tcPr>
                </a:tc>
              </a:tr>
              <a:tr h="1097280">
                <a:tc>
                  <a:txBody>
                    <a:bodyPr wrap="square"/>
                    <a:lstStyle/>
                    <a:p>
                      <a:r>
                        <a:rPr sz="1300" b="1">
                          <a:solidFill>
                            <a:srgbClr val="1A1A1A"/>
                          </a:solidFill>
                          <a:latin typeface="Arial"/>
                        </a:rPr>
                        <a:t>Tareas que quedan esperando</a:t>
                      </a:r>
                    </a:p>
                  </a:txBody>
                  <a:tcPr anchor="ctr" marL="109728" marR="109728">
                    <a:solidFill>
                      <a:srgbClr val="FFFFFF"/>
                    </a:solidFill>
                  </a:tcPr>
                </a:tc>
                <a:tc>
                  <a:txBody>
                    <a:bodyPr wrap="square"/>
                    <a:lstStyle/>
                    <a:p>
                      <a:r>
                        <a:rPr sz="1300" b="0">
                          <a:solidFill>
                            <a:srgbClr val="1A1A1A"/>
                          </a:solidFill>
                          <a:latin typeface="Arial"/>
                        </a:rPr>
                        <a:t>Interbloqueo por espera circular</a:t>
                      </a:r>
                    </a:p>
                  </a:txBody>
                  <a:tcPr anchor="ctr" marL="109728" marR="109728">
                    <a:solidFill>
                      <a:srgbClr val="FFFFFF"/>
                    </a:solidFill>
                  </a:tcPr>
                </a:tc>
                <a:tc>
                  <a:txBody>
                    <a:bodyPr wrap="square"/>
                    <a:lstStyle/>
                    <a:p>
                      <a:r>
                        <a:rPr sz="1300" b="0">
                          <a:solidFill>
                            <a:srgbClr val="1A1A1A"/>
                          </a:solidFill>
                          <a:latin typeface="Arial"/>
                        </a:rPr>
                        <a:t>Captura 09: hilos en futex_wait_queue, 0 % CPU</a:t>
                      </a:r>
                    </a:p>
                  </a:txBody>
                  <a:tcPr anchor="ctr" marL="109728" marR="109728">
                    <a:solidFill>
                      <a:srgbClr val="FFFFFF"/>
                    </a:solidFill>
                  </a:tcPr>
                </a:tc>
                <a:tc>
                  <a:txBody>
                    <a:bodyPr wrap="square"/>
                    <a:lstStyle/>
                    <a:p>
                      <a:r>
                        <a:rPr sz="1300" b="0">
                          <a:solidFill>
                            <a:srgbClr val="1A1A1A"/>
                          </a:solidFill>
                          <a:latin typeface="Arial"/>
                        </a:rPr>
                        <a:t>Orden global de adquisición de locks (captura 11)</a:t>
                      </a:r>
                    </a:p>
                  </a:txBody>
                  <a:tcPr anchor="ctr" marL="109728" marR="109728">
                    <a:solidFill>
                      <a:srgbClr val="FFFFFF"/>
                    </a:solidFill>
                  </a:tcPr>
                </a:tc>
              </a:tr>
            </a:tbl>
          </a:graphicData>
        </a:graphic>
      </p:graphicFrame>
      <p:sp>
        <p:nvSpPr>
          <p:cNvPr id="6" name="TextBox 5"/>
          <p:cNvSpPr txBox="1"/>
          <p:nvPr/>
        </p:nvSpPr>
        <p:spPr>
          <a:xfrm>
            <a:off x="685800" y="6172200"/>
            <a:ext cx="11430000" cy="548640"/>
          </a:xfrm>
          <a:prstGeom prst="rect">
            <a:avLst/>
          </a:prstGeom>
          <a:noFill/>
        </p:spPr>
        <p:txBody>
          <a:bodyPr wrap="square" anchor="t" lIns="45720" rIns="45720">
            <a:spAutoFit/>
          </a:bodyPr>
          <a:lstStyle/>
          <a:p>
            <a:pPr algn="l">
              <a:spcAft>
                <a:spcPts val="400"/>
              </a:spcAft>
            </a:pPr>
            <a:r>
              <a:rPr sz="1500" b="1" i="0">
                <a:solidFill>
                  <a:srgbClr val="1A1A1A"/>
                </a:solidFill>
                <a:latin typeface="Arial"/>
              </a:rPr>
              <a:t>Cada problema descrito por la empresa se reprodujo, se explicó con un concepto del sistema operativo y se corrigió.</a:t>
            </a: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2023-01-06T19:12:16Z</dcterms:created>
  <dc:creator>Proyecto de Sistemas Operativos - UPTC</dc:creator>
</cp:coreProperties>
</file>